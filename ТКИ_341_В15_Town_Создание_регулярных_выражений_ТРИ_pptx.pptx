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7" r:id="rId2"/>
    <p:sldId id="328" r:id="rId3"/>
    <p:sldId id="259" r:id="rId4"/>
    <p:sldId id="281" r:id="rId5"/>
    <p:sldId id="286" r:id="rId6"/>
    <p:sldId id="329" r:id="rId7"/>
    <p:sldId id="262" r:id="rId8"/>
    <p:sldId id="263" r:id="rId9"/>
    <p:sldId id="264" r:id="rId10"/>
    <p:sldId id="28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82" autoAdjust="0"/>
  </p:normalViewPr>
  <p:slideViewPr>
    <p:cSldViewPr snapToGrid="0">
      <p:cViewPr varScale="1">
        <p:scale>
          <a:sx n="60" d="100"/>
          <a:sy n="60" d="100"/>
        </p:scale>
        <p:origin x="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севолод левин" userId="88b003701cfbb3e4" providerId="LiveId" clId="{64C2A9C1-AB72-4524-9EA6-021C97AD3A74}"/>
    <pc:docChg chg="undo custSel addSld modSld">
      <pc:chgData name="всеволод левин" userId="88b003701cfbb3e4" providerId="LiveId" clId="{64C2A9C1-AB72-4524-9EA6-021C97AD3A74}" dt="2026-05-28T08:35:31.907" v="121" actId="1035"/>
      <pc:docMkLst>
        <pc:docMk/>
      </pc:docMkLst>
      <pc:sldChg chg="modSp mod">
        <pc:chgData name="всеволод левин" userId="88b003701cfbb3e4" providerId="LiveId" clId="{64C2A9C1-AB72-4524-9EA6-021C97AD3A74}" dt="2026-05-28T08:16:04.144" v="3" actId="20577"/>
        <pc:sldMkLst>
          <pc:docMk/>
          <pc:sldMk cId="2839997098" sldId="259"/>
        </pc:sldMkLst>
        <pc:spChg chg="mod">
          <ac:chgData name="всеволод левин" userId="88b003701cfbb3e4" providerId="LiveId" clId="{64C2A9C1-AB72-4524-9EA6-021C97AD3A74}" dt="2026-05-28T08:16:04.144" v="3" actId="20577"/>
          <ac:spMkLst>
            <pc:docMk/>
            <pc:sldMk cId="2839997098" sldId="259"/>
            <ac:spMk id="3" creationId="{4A9D697E-1524-9722-4484-E9D8EC0F5CD1}"/>
          </ac:spMkLst>
        </pc:spChg>
      </pc:sldChg>
      <pc:sldChg chg="modSp mod">
        <pc:chgData name="всеволод левин" userId="88b003701cfbb3e4" providerId="LiveId" clId="{64C2A9C1-AB72-4524-9EA6-021C97AD3A74}" dt="2026-05-28T08:35:31.907" v="121" actId="1035"/>
        <pc:sldMkLst>
          <pc:docMk/>
          <pc:sldMk cId="0" sldId="262"/>
        </pc:sldMkLst>
        <pc:spChg chg="mod">
          <ac:chgData name="всеволод левин" userId="88b003701cfbb3e4" providerId="LiveId" clId="{64C2A9C1-AB72-4524-9EA6-021C97AD3A74}" dt="2026-05-28T08:35:31.907" v="121" actId="103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всеволод левин" userId="88b003701cfbb3e4" providerId="LiveId" clId="{64C2A9C1-AB72-4524-9EA6-021C97AD3A74}" dt="2026-05-28T08:19:01.566" v="23" actId="20577"/>
          <ac:spMkLst>
            <pc:docMk/>
            <pc:sldMk cId="0" sldId="262"/>
            <ac:spMk id="16" creationId="{00000000-0000-0000-0000-000000000000}"/>
          </ac:spMkLst>
        </pc:spChg>
      </pc:sldChg>
      <pc:sldChg chg="modSp mod">
        <pc:chgData name="всеволод левин" userId="88b003701cfbb3e4" providerId="LiveId" clId="{64C2A9C1-AB72-4524-9EA6-021C97AD3A74}" dt="2026-05-28T08:19:51.396" v="38" actId="20577"/>
        <pc:sldMkLst>
          <pc:docMk/>
          <pc:sldMk cId="0" sldId="263"/>
        </pc:sldMkLst>
        <pc:spChg chg="mod">
          <ac:chgData name="всеволод левин" userId="88b003701cfbb3e4" providerId="LiveId" clId="{64C2A9C1-AB72-4524-9EA6-021C97AD3A74}" dt="2026-05-28T08:19:41.394" v="31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всеволод левин" userId="88b003701cfbb3e4" providerId="LiveId" clId="{64C2A9C1-AB72-4524-9EA6-021C97AD3A74}" dt="2026-05-28T08:19:44.061" v="33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всеволод левин" userId="88b003701cfbb3e4" providerId="LiveId" clId="{64C2A9C1-AB72-4524-9EA6-021C97AD3A74}" dt="2026-05-28T08:19:51.396" v="38" actId="20577"/>
          <ac:spMkLst>
            <pc:docMk/>
            <pc:sldMk cId="0" sldId="263"/>
            <ac:spMk id="20" creationId="{00000000-0000-0000-0000-000000000000}"/>
          </ac:spMkLst>
        </pc:spChg>
      </pc:sldChg>
      <pc:sldChg chg="addSp delSp modSp mod">
        <pc:chgData name="всеволод левин" userId="88b003701cfbb3e4" providerId="LiveId" clId="{64C2A9C1-AB72-4524-9EA6-021C97AD3A74}" dt="2026-05-28T08:18:26.428" v="20" actId="1076"/>
        <pc:sldMkLst>
          <pc:docMk/>
          <pc:sldMk cId="297232811" sldId="286"/>
        </pc:sldMkLst>
        <pc:spChg chg="del">
          <ac:chgData name="всеволод левин" userId="88b003701cfbb3e4" providerId="LiveId" clId="{64C2A9C1-AB72-4524-9EA6-021C97AD3A74}" dt="2026-05-28T08:18:11.492" v="14" actId="478"/>
          <ac:spMkLst>
            <pc:docMk/>
            <pc:sldMk cId="297232811" sldId="286"/>
            <ac:spMk id="8" creationId="{C0A7D3A6-8312-4945-99D2-FD0C92B81695}"/>
          </ac:spMkLst>
        </pc:spChg>
        <pc:spChg chg="add del">
          <ac:chgData name="всеволод левин" userId="88b003701cfbb3e4" providerId="LiveId" clId="{64C2A9C1-AB72-4524-9EA6-021C97AD3A74}" dt="2026-05-28T08:18:05.762" v="13" actId="478"/>
          <ac:spMkLst>
            <pc:docMk/>
            <pc:sldMk cId="297232811" sldId="286"/>
            <ac:spMk id="11" creationId="{709D3D96-4514-4C32-B767-F5F62B8F1455}"/>
          </ac:spMkLst>
        </pc:spChg>
        <pc:spChg chg="del">
          <ac:chgData name="всеволод левин" userId="88b003701cfbb3e4" providerId="LiveId" clId="{64C2A9C1-AB72-4524-9EA6-021C97AD3A74}" dt="2026-05-28T08:18:15.615" v="16" actId="478"/>
          <ac:spMkLst>
            <pc:docMk/>
            <pc:sldMk cId="297232811" sldId="286"/>
            <ac:spMk id="13" creationId="{C26B21DD-30E4-41D2-8628-20196D3DFB85}"/>
          </ac:spMkLst>
        </pc:spChg>
        <pc:spChg chg="add del mod">
          <ac:chgData name="всеволод левин" userId="88b003701cfbb3e4" providerId="LiveId" clId="{64C2A9C1-AB72-4524-9EA6-021C97AD3A74}" dt="2026-05-28T08:18:13.585" v="15" actId="478"/>
          <ac:spMkLst>
            <pc:docMk/>
            <pc:sldMk cId="297232811" sldId="286"/>
            <ac:spMk id="15" creationId="{A337E287-494A-447B-8ED6-DF4A4375ED1C}"/>
          </ac:spMkLst>
        </pc:spChg>
        <pc:picChg chg="add del mod">
          <ac:chgData name="всеволод левин" userId="88b003701cfbb3e4" providerId="LiveId" clId="{64C2A9C1-AB72-4524-9EA6-021C97AD3A74}" dt="2026-05-28T08:16:54.420" v="10" actId="22"/>
          <ac:picMkLst>
            <pc:docMk/>
            <pc:sldMk cId="297232811" sldId="286"/>
            <ac:picMk id="5" creationId="{FFFF5004-8308-25D3-35EC-441045D7FEE5}"/>
          </ac:picMkLst>
        </pc:picChg>
        <pc:picChg chg="add mod">
          <ac:chgData name="всеволод левин" userId="88b003701cfbb3e4" providerId="LiveId" clId="{64C2A9C1-AB72-4524-9EA6-021C97AD3A74}" dt="2026-05-28T08:18:26.428" v="20" actId="1076"/>
          <ac:picMkLst>
            <pc:docMk/>
            <pc:sldMk cId="297232811" sldId="286"/>
            <ac:picMk id="7" creationId="{542426A0-C821-16F7-8B80-DA440C1AF00B}"/>
          </ac:picMkLst>
        </pc:picChg>
      </pc:sldChg>
      <pc:sldChg chg="addSp delSp modSp new mod">
        <pc:chgData name="всеволод левин" userId="88b003701cfbb3e4" providerId="LiveId" clId="{64C2A9C1-AB72-4524-9EA6-021C97AD3A74}" dt="2026-05-28T08:31:39.724" v="120" actId="20577"/>
        <pc:sldMkLst>
          <pc:docMk/>
          <pc:sldMk cId="4143999571" sldId="329"/>
        </pc:sldMkLst>
        <pc:spChg chg="mod">
          <ac:chgData name="всеволод левин" userId="88b003701cfbb3e4" providerId="LiveId" clId="{64C2A9C1-AB72-4524-9EA6-021C97AD3A74}" dt="2026-05-28T08:21:09.423" v="49" actId="1076"/>
          <ac:spMkLst>
            <pc:docMk/>
            <pc:sldMk cId="4143999571" sldId="329"/>
            <ac:spMk id="2" creationId="{F2E05DDA-A3EC-B9AE-902C-BE5667803121}"/>
          </ac:spMkLst>
        </pc:spChg>
        <pc:spChg chg="add mod">
          <ac:chgData name="всеволод левин" userId="88b003701cfbb3e4" providerId="LiveId" clId="{64C2A9C1-AB72-4524-9EA6-021C97AD3A74}" dt="2026-05-28T08:31:00.806" v="90" actId="20577"/>
          <ac:spMkLst>
            <pc:docMk/>
            <pc:sldMk cId="4143999571" sldId="329"/>
            <ac:spMk id="3" creationId="{341CA117-B6F4-E3CA-D110-1481F035D70A}"/>
          </ac:spMkLst>
        </pc:spChg>
        <pc:spChg chg="del">
          <ac:chgData name="всеволод левин" userId="88b003701cfbb3e4" providerId="LiveId" clId="{64C2A9C1-AB72-4524-9EA6-021C97AD3A74}" dt="2026-05-28T08:20:53.106" v="40" actId="22"/>
          <ac:spMkLst>
            <pc:docMk/>
            <pc:sldMk cId="4143999571" sldId="329"/>
            <ac:spMk id="3" creationId="{DB480F58-21DA-543C-22D8-0B9F2CFA7949}"/>
          </ac:spMkLst>
        </pc:spChg>
        <pc:spChg chg="add mod">
          <ac:chgData name="всеволод левин" userId="88b003701cfbb3e4" providerId="LiveId" clId="{64C2A9C1-AB72-4524-9EA6-021C97AD3A74}" dt="2026-05-28T08:31:39.724" v="120" actId="20577"/>
          <ac:spMkLst>
            <pc:docMk/>
            <pc:sldMk cId="4143999571" sldId="329"/>
            <ac:spMk id="5" creationId="{EBBE4928-E4A3-6919-2043-2CC9224941D9}"/>
          </ac:spMkLst>
        </pc:spChg>
        <pc:picChg chg="add mod ord">
          <ac:chgData name="всеволод левин" userId="88b003701cfbb3e4" providerId="LiveId" clId="{64C2A9C1-AB72-4524-9EA6-021C97AD3A74}" dt="2026-05-28T08:21:41.731" v="57" actId="1076"/>
          <ac:picMkLst>
            <pc:docMk/>
            <pc:sldMk cId="4143999571" sldId="329"/>
            <ac:picMk id="6" creationId="{CA888194-02DE-1FA6-2584-A1860625A044}"/>
          </ac:picMkLst>
        </pc:picChg>
        <pc:picChg chg="add mod">
          <ac:chgData name="всеволод левин" userId="88b003701cfbb3e4" providerId="LiveId" clId="{64C2A9C1-AB72-4524-9EA6-021C97AD3A74}" dt="2026-05-28T08:21:45.769" v="58" actId="1076"/>
          <ac:picMkLst>
            <pc:docMk/>
            <pc:sldMk cId="4143999571" sldId="329"/>
            <ac:picMk id="8" creationId="{290DD23B-3D70-C389-0F17-C974034274C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C6B7-494F-92C7-EBF8-405FD1FE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6CF7F8E8-DE09-7F1B-B7DA-FE6739A98D1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9E6ED1A-5535-82AE-83B7-29C6A35F09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B2CE3F4-037F-5259-469D-A5BD5244D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87E02-124D-4478-85CC-DFD89EE2273D}" type="slidenum">
              <a:rPr kumimoji="0" altLang="zh-CN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等线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69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07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Ремигайло Е.В.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Левин В.М.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18EE-9F0D-D35A-1A74-8A9CCCF5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723B00D0-B7C8-9967-E8BE-A5D3476713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0A90A14-B378-EE29-C717-B8D7B2D439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918DE5A-CE5D-5E82-CEFB-A56C2895E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E133910A-2C99-F7FB-2B51-A14830F12A9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0B3D9B5-41BB-EDC5-B600-28A96EC40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70FC40E-6489-90BF-66A9-AF0072D269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31E3F8-9886-9AFE-D084-B33D88BA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1E390-58D5-46F8-9BB8-613D346979AB}" type="slidenum">
              <a:rPr kumimoji="0" lang="ru-RU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en-US" sz="1200" b="0" i="0" u="none" strike="noStrike" kern="1200" cap="none" spc="0" normalizeH="0" baseline="0" noProof="1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43AE4-9548-BB5C-4ED6-9FF8351FDEFD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Оглавление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1CFCB-76BA-E27F-5DFA-4A4CF0DC44A6}"/>
              </a:ext>
            </a:extLst>
          </p:cNvPr>
          <p:cNvSpPr txBox="1"/>
          <p:nvPr/>
        </p:nvSpPr>
        <p:spPr>
          <a:xfrm>
            <a:off x="828675" y="1404594"/>
            <a:ext cx="74876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r>
              <a:rPr lang="en-US" dirty="0"/>
              <a:t>…………………………………………………………………. </a:t>
            </a:r>
            <a:r>
              <a:rPr lang="ru-RU" dirty="0"/>
              <a:t>3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  <a:r>
              <a:rPr lang="en-US" dirty="0"/>
              <a:t>……………………………………………………………………………</a:t>
            </a:r>
            <a:r>
              <a:rPr lang="ru-RU" dirty="0"/>
              <a:t>…….</a:t>
            </a:r>
            <a:r>
              <a:rPr lang="en-US" dirty="0"/>
              <a:t>.. 4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файл</a:t>
            </a:r>
            <a:r>
              <a:rPr lang="en-US" dirty="0"/>
              <a:t>………………………………………………………</a:t>
            </a:r>
            <a:r>
              <a:rPr lang="ru-RU" dirty="0"/>
              <a:t>………………………….</a:t>
            </a:r>
            <a:r>
              <a:rPr lang="en-US" dirty="0"/>
              <a:t>…. 5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dirty="0"/>
              <a:t>…………………………………………………………</a:t>
            </a:r>
            <a:r>
              <a:rPr lang="ru-RU" dirty="0"/>
              <a:t>……………………………………..</a:t>
            </a:r>
            <a:r>
              <a:rPr lang="en-US" dirty="0"/>
              <a:t>. 6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</a:t>
            </a: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логики</a:t>
            </a: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скрипта</a:t>
            </a:r>
            <a:r>
              <a:rPr lang="ru-RU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………………………………………….</a:t>
            </a:r>
            <a:r>
              <a:rPr lang="en-US" dirty="0"/>
              <a:t>………………</a:t>
            </a:r>
            <a:r>
              <a:rPr lang="ru-RU" dirty="0"/>
              <a:t>.</a:t>
            </a:r>
            <a:r>
              <a:rPr lang="en-US" dirty="0"/>
              <a:t>………… 7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выполнения программы </a:t>
            </a:r>
            <a:r>
              <a:rPr lang="en-US" dirty="0"/>
              <a:t>…………………………………</a:t>
            </a:r>
            <a:r>
              <a:rPr lang="ru-RU" dirty="0"/>
              <a:t>…….</a:t>
            </a:r>
            <a:r>
              <a:rPr lang="en-US" dirty="0"/>
              <a:t>…………….. </a:t>
            </a:r>
            <a:r>
              <a:rPr lang="ru-RU" dirty="0"/>
              <a:t>8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  <a:r>
              <a:rPr lang="en-US" dirty="0"/>
              <a:t> ………………………………………………………………………………………………… </a:t>
            </a:r>
            <a:r>
              <a:rPr lang="ru-RU" dirty="0"/>
              <a:t>9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lang="en-US" dirty="0"/>
              <a:t>………………………………………………………………………………………………… 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50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97E-1524-9722-4484-E9D8EC0F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символов, которая задаёт шаблон поиска в текстовых строках (для этого используется специальный синтаксис описания маски)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 нужны, чтобы: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шаблону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Найти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все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строки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соответствующие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заданной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маске</a:t>
            </a:r>
            <a:r>
              <a:rPr lang="ru-RU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Проверить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формат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email,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телефона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даты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информации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Вычленить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нужные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подстроки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из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большого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текста</a:t>
            </a:r>
            <a:r>
              <a:rPr lang="ru-RU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текста (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Заменить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найденные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вхождения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другой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текст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4D9E-8AD3-3656-33F4-5B5271D3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dev.txt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(3.9 Мб) – это большой текстовый файл, содержащий смешанные данные (адреса, даты, города и т.д.).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варианте (1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требуется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Найти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названия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всех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городов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признаком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является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наличие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слова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«Town», а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ограничителями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запятые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с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двух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сторон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CF160D-0F38-203A-4817-BDE0E712F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01294"/>
            <a:ext cx="5973009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файл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2426A0-C821-16F7-8B80-DA440C1AF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47" y="1191040"/>
            <a:ext cx="8608604" cy="53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05DDA-A3EC-B9AE-902C-BE566780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18" y="447121"/>
            <a:ext cx="2585484" cy="1009651"/>
          </a:xfrm>
        </p:spPr>
        <p:txBody>
          <a:bodyPr/>
          <a:lstStyle/>
          <a:p>
            <a:r>
              <a:rPr lang="ru-RU" dirty="0"/>
              <a:t>Решение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A888194-02DE-1FA6-2584-A1860625A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5012"/>
            <a:ext cx="6143065" cy="435133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F51642-62FE-8451-251A-F54E5108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0DD23B-3D70-C389-0F17-C97403427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441" y="786809"/>
            <a:ext cx="8783230" cy="851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1CA117-B6F4-E3CA-D110-1481F035D70A}"/>
              </a:ext>
            </a:extLst>
          </p:cNvPr>
          <p:cNvSpPr txBox="1"/>
          <p:nvPr/>
        </p:nvSpPr>
        <p:spPr>
          <a:xfrm>
            <a:off x="8240233" y="1664319"/>
            <a:ext cx="2485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Регулярное выражение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E4928-E4A3-6919-2043-2CC9224941D9}"/>
              </a:ext>
            </a:extLst>
          </p:cNvPr>
          <p:cNvSpPr txBox="1"/>
          <p:nvPr/>
        </p:nvSpPr>
        <p:spPr>
          <a:xfrm>
            <a:off x="1783394" y="635214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Код на</a:t>
            </a:r>
            <a:r>
              <a:rPr lang="en-US" dirty="0"/>
              <a:t> python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399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4630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логики скрипта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11460480" y="1828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87680" y="1194816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194816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,\s*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2926080" y="1511808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6796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Запятая + необязательные пробелы — левый ограничитель</a:t>
            </a:r>
            <a:endParaRPr lang="en-US" sz="1667" dirty="0"/>
          </a:p>
        </p:txBody>
      </p:sp>
      <p:sp>
        <p:nvSpPr>
          <p:cNvPr id="9" name="Shape 7"/>
          <p:cNvSpPr/>
          <p:nvPr/>
        </p:nvSpPr>
        <p:spPr>
          <a:xfrm>
            <a:off x="487680" y="2084832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80" y="2084832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9E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([^,]*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2926080" y="2401824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47351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группы захвата: любые символы кроме запятой (0 или более)</a:t>
            </a:r>
            <a:endParaRPr lang="en-US" sz="1667" dirty="0"/>
          </a:p>
        </p:txBody>
      </p:sp>
      <p:sp>
        <p:nvSpPr>
          <p:cNvPr id="13" name="Shape 11"/>
          <p:cNvSpPr/>
          <p:nvPr/>
        </p:nvSpPr>
        <p:spPr>
          <a:xfrm>
            <a:off x="487680" y="2974848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680" y="2974848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Town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2926080" y="3291840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04800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ключевое слово «Town» </a:t>
            </a:r>
            <a:endParaRPr lang="en-US" sz="1667" dirty="0"/>
          </a:p>
        </p:txBody>
      </p:sp>
      <p:sp>
        <p:nvSpPr>
          <p:cNvPr id="17" name="Shape 15"/>
          <p:cNvSpPr/>
          <p:nvPr/>
        </p:nvSpPr>
        <p:spPr>
          <a:xfrm>
            <a:off x="487680" y="3864864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680" y="3864864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9E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[^,]*)</a:t>
            </a:r>
            <a:endParaRPr lang="en-US" sz="1867" dirty="0"/>
          </a:p>
        </p:txBody>
      </p:sp>
      <p:sp>
        <p:nvSpPr>
          <p:cNvPr id="19" name="Shape 17"/>
          <p:cNvSpPr/>
          <p:nvPr/>
        </p:nvSpPr>
        <p:spPr>
          <a:xfrm>
            <a:off x="2926080" y="4181856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938016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Продолжение группы: любые символы кроме запятой (0 или более)</a:t>
            </a:r>
            <a:endParaRPr lang="en-US" sz="1667" dirty="0"/>
          </a:p>
        </p:txBody>
      </p:sp>
      <p:sp>
        <p:nvSpPr>
          <p:cNvPr id="21" name="Shape 19"/>
          <p:cNvSpPr/>
          <p:nvPr/>
        </p:nvSpPr>
        <p:spPr>
          <a:xfrm>
            <a:off x="487680" y="4754880"/>
            <a:ext cx="2438400" cy="63398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680" y="4754880"/>
            <a:ext cx="2438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\s*,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2926080" y="5071872"/>
            <a:ext cx="304800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4828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Необязательные пробелы + запятая — правый ограничитель</a:t>
            </a:r>
            <a:endParaRPr lang="en-US" sz="1667" dirty="0"/>
          </a:p>
        </p:txBody>
      </p:sp>
      <p:sp>
        <p:nvSpPr>
          <p:cNvPr id="26" name="Text 24"/>
          <p:cNvSpPr/>
          <p:nvPr/>
        </p:nvSpPr>
        <p:spPr>
          <a:xfrm>
            <a:off x="731520" y="5791200"/>
            <a:ext cx="10850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dict.fromkeys(matches)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удаляет дубликаты, сохраняя порядок первого вхождения (Python 3.7+)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4630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выполнения программы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11460480" y="1828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487680" y="1280160"/>
            <a:ext cx="35356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4000" b="1" dirty="0">
                <a:latin typeface="Calibri" pitchFamily="34" charset="0"/>
                <a:cs typeface="Calibri" pitchFamily="34" charset="-120"/>
              </a:rPr>
              <a:t>388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7680" y="2170176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найдено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совпадений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389120" y="1280160"/>
            <a:ext cx="35356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389120" y="2170176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названий городов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290560" y="1280160"/>
            <a:ext cx="35356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dev.txt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90560" y="2170176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Входной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487680" y="3048000"/>
            <a:ext cx="11216640" cy="48768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560" y="3084576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Консольный вывод программы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7680" y="3535680"/>
            <a:ext cx="1121664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96640"/>
            <a:ext cx="107899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towns_finder.py
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Найдено: </a:t>
            </a:r>
            <a:r>
              <a:rPr lang="ru-RU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388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уникальных: </a:t>
            </a:r>
            <a:r>
              <a:rPr lang="ru-RU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сохранён в файл: towns_output.txt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680" y="5120640"/>
            <a:ext cx="11216640" cy="48768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560" y="5157216"/>
            <a:ext cx="1097280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файла towns_output.txt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7680" y="5608320"/>
            <a:ext cx="11216640" cy="975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669280"/>
            <a:ext cx="1078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Greentown     2. Old Townside     3. Newtown     4. Riverside Town     5. Townville 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4630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первого и второго рода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11460480" y="1828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87680" y="1219200"/>
            <a:ext cx="5242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219200"/>
            <a:ext cx="5242560" cy="609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219200"/>
            <a:ext cx="4998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1-го рода (ложные срабатывания)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0560" y="1950720"/>
            <a:ext cx="487680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может извлечь строки, содержащие «Town» как часть обычного слова:
</a:t>
            </a:r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
</a:t>
            </a:r>
            <a:r>
              <a:rPr lang="en-US" sz="1533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Downtown, → "Downtown" — не является отдельным городом
, Townhouse, → архитектурный термин, не топоним
</a:t>
            </a:r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</a:t>
            </a:r>
            <a:r>
              <a:rPr lang="en-US" sz="1533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шаблон не различает «Town» как корень слова и как самостоятельный топоним.</a:t>
            </a:r>
            <a:endParaRPr lang="en-US" sz="1533" dirty="0"/>
          </a:p>
        </p:txBody>
      </p:sp>
      <p:sp>
        <p:nvSpPr>
          <p:cNvPr id="9" name="Shape 7"/>
          <p:cNvSpPr/>
          <p:nvPr/>
        </p:nvSpPr>
        <p:spPr>
          <a:xfrm>
            <a:off x="6461760" y="1219200"/>
            <a:ext cx="5242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760" y="1219200"/>
            <a:ext cx="5242560" cy="609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219200"/>
            <a:ext cx="4998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2-го рода (пропуски)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4640" y="1950720"/>
            <a:ext cx="487680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пропустит корректные названия в случаях:
</a:t>
            </a:r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ограничивающих запятых:</a:t>
            </a:r>
            <a:r>
              <a:rPr lang="en-US" sz="1533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Если запись в начале или конце строки без запятой с одной стороны
</a:t>
            </a:r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Написание строчными буквами:</a:t>
            </a:r>
            <a:r>
              <a:rPr lang="en-US" sz="1533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, greentown, — не совпадёт (шаблон чувствителен к регистру)
</a:t>
            </a:r>
            <a:r>
              <a:rPr lang="en-US" sz="15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Нестандартный разделитель:</a:t>
            </a:r>
            <a:endParaRPr lang="en-US" sz="1533" dirty="0"/>
          </a:p>
          <a:p>
            <a:r>
              <a:rPr lang="en-US" sz="1533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Greentown; — точки с запятой не являются ограничителями</a:t>
            </a:r>
            <a:endParaRPr lang="en-US" sz="15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4D9-8908-F3AE-7F83-12FD6B77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EAFE-C983-93B5-4491-0974C75B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ходе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выполнения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работы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разработано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регулярное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выражение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для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поиска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названий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городов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содержащих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слово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«Town», с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ограничителями-запятыми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в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dev.txt.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Итоговый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скрипт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языке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Python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успешно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обрабатывает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входной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объёмом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~4 МБ,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автоматически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устраняет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дубликаты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и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формирует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структурированный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towns_output.txt.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Установлено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что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разработанный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алгоритм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допускает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ошибки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первого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рода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ложные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срабатывания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слова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с «Town»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как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частью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корня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и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ошибки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второго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рода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пропуски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нестандартных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ограничителях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или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написании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строчными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буквами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Реализованный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подход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подтвердил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эффективность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регулярных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выражений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для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автоматизированного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извлечения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топонимов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из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неструктурированных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текстовых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данных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E23C-42B0-95DB-3A60-D74D265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636</Words>
  <Application>Microsoft Office PowerPoint</Application>
  <PresentationFormat>Широкоэкранный</PresentationFormat>
  <Paragraphs>80</Paragraphs>
  <Slides>10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等线</vt:lpstr>
      <vt:lpstr>Aptos</vt:lpstr>
      <vt:lpstr>Arial</vt:lpstr>
      <vt:lpstr>Calibri</vt:lpstr>
      <vt:lpstr>Calibri Light</vt:lpstr>
      <vt:lpstr>Courier New</vt:lpstr>
      <vt:lpstr>Times New Roman</vt:lpstr>
      <vt:lpstr>Office Theme</vt:lpstr>
      <vt:lpstr>Отчёт по лабораторной работе №6</vt:lpstr>
      <vt:lpstr>Презентация PowerPoint</vt:lpstr>
      <vt:lpstr>Регулярные выражения (re)</vt:lpstr>
      <vt:lpstr>Входные данные</vt:lpstr>
      <vt:lpstr>Исходный файл</vt:lpstr>
      <vt:lpstr>Решение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Наседкин Тимофей</dc:creator>
  <cp:lastModifiedBy>всеволод левин</cp:lastModifiedBy>
  <cp:revision>23</cp:revision>
  <dcterms:created xsi:type="dcterms:W3CDTF">2026-04-14T20:09:30Z</dcterms:created>
  <dcterms:modified xsi:type="dcterms:W3CDTF">2026-05-28T08:39:01Z</dcterms:modified>
</cp:coreProperties>
</file>