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2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9" r:id="rId2"/>
    <p:sldId id="473" r:id="rId3"/>
    <p:sldId id="496" r:id="rId4"/>
    <p:sldId id="488" r:id="rId5"/>
    <p:sldId id="258" r:id="rId6"/>
    <p:sldId id="487" r:id="rId7"/>
    <p:sldId id="486" r:id="rId8"/>
    <p:sldId id="493" r:id="rId9"/>
    <p:sldId id="494" r:id="rId10"/>
    <p:sldId id="475" r:id="rId11"/>
    <p:sldId id="495" r:id="rId12"/>
    <p:sldId id="483" r:id="rId13"/>
    <p:sldId id="506" r:id="rId14"/>
    <p:sldId id="474" r:id="rId15"/>
    <p:sldId id="484" r:id="rId16"/>
    <p:sldId id="497" r:id="rId17"/>
    <p:sldId id="501" r:id="rId18"/>
    <p:sldId id="502" r:id="rId19"/>
    <p:sldId id="499" r:id="rId20"/>
    <p:sldId id="500" r:id="rId21"/>
    <p:sldId id="503" r:id="rId22"/>
    <p:sldId id="504" r:id="rId23"/>
    <p:sldId id="505" r:id="rId24"/>
    <p:sldId id="490" r:id="rId25"/>
    <p:sldId id="269" r:id="rId2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D1AD9544-0DF6-42F8-ADB6-AF80BF3FB45D}">
          <p14:sldIdLst>
            <p14:sldId id="259"/>
            <p14:sldId id="473"/>
            <p14:sldId id="496"/>
            <p14:sldId id="488"/>
            <p14:sldId id="258"/>
            <p14:sldId id="487"/>
            <p14:sldId id="486"/>
            <p14:sldId id="493"/>
            <p14:sldId id="494"/>
            <p14:sldId id="475"/>
            <p14:sldId id="495"/>
            <p14:sldId id="483"/>
            <p14:sldId id="506"/>
            <p14:sldId id="474"/>
            <p14:sldId id="484"/>
            <p14:sldId id="497"/>
            <p14:sldId id="501"/>
            <p14:sldId id="502"/>
            <p14:sldId id="499"/>
            <p14:sldId id="500"/>
            <p14:sldId id="503"/>
            <p14:sldId id="504"/>
            <p14:sldId id="505"/>
            <p14:sldId id="490"/>
            <p14:sldId id="2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Левахина Ксения Сергеевна" initials="ЛКС" lastIdx="1" clrIdx="0">
    <p:extLst>
      <p:ext uri="{19B8F6BF-5375-455C-9EA6-DF929625EA0E}">
        <p15:presenceInfo xmlns:p15="http://schemas.microsoft.com/office/powerpoint/2012/main" userId="Левахина Ксения Сергеевна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96" autoAdjust="0"/>
    <p:restoredTop sz="94397" autoAdjust="0"/>
  </p:normalViewPr>
  <p:slideViewPr>
    <p:cSldViewPr snapToGrid="0">
      <p:cViewPr varScale="1">
        <p:scale>
          <a:sx n="106" d="100"/>
          <a:sy n="106" d="100"/>
        </p:scale>
        <p:origin x="924" y="11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commentAuthors" Target="commentAuthor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всеволод левин" userId="88b003701cfbb3e4" providerId="LiveId" clId="{64C2A9C1-AB72-4524-9EA6-021C97AD3A74}"/>
    <pc:docChg chg="undo custSel addSld delSld modSld modSection">
      <pc:chgData name="всеволод левин" userId="88b003701cfbb3e4" providerId="LiveId" clId="{64C2A9C1-AB72-4524-9EA6-021C97AD3A74}" dt="2026-06-04T09:24:52.611" v="124" actId="255"/>
      <pc:docMkLst>
        <pc:docMk/>
      </pc:docMkLst>
      <pc:sldChg chg="modSp mod">
        <pc:chgData name="всеволод левин" userId="88b003701cfbb3e4" providerId="LiveId" clId="{64C2A9C1-AB72-4524-9EA6-021C97AD3A74}" dt="2026-06-04T09:24:52.611" v="124" actId="255"/>
        <pc:sldMkLst>
          <pc:docMk/>
          <pc:sldMk cId="2425751174" sldId="258"/>
        </pc:sldMkLst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7" creationId="{756D7C6E-D5E2-4754-ABC1-1E5A3D8513E1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9" creationId="{16D1EB78-0C8D-4AFD-B1AC-C7D110154249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11" creationId="{253829DC-DE48-4191-AD67-247E4F41F071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13" creationId="{ECDBCE21-C330-4CFA-BC40-A0F4849D3469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15" creationId="{1A1CF3D5-5D1C-49A7-82D6-22FEBA1098FC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17" creationId="{A5A94165-FD9F-459A-86CB-3780DF7993E1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19" creationId="{625A3185-51D4-4473-949D-54AEFD917249}"/>
          </ac:spMkLst>
        </pc:spChg>
        <pc:spChg chg="mod">
          <ac:chgData name="всеволод левин" userId="88b003701cfbb3e4" providerId="LiveId" clId="{64C2A9C1-AB72-4524-9EA6-021C97AD3A74}" dt="2026-06-04T09:24:52.611" v="124" actId="255"/>
          <ac:spMkLst>
            <pc:docMk/>
            <pc:sldMk cId="2425751174" sldId="258"/>
            <ac:spMk id="21" creationId="{C5E2B9CE-76EE-4ED6-B140-8AC37A029C9B}"/>
          </ac:spMkLst>
        </pc:spChg>
      </pc:sldChg>
      <pc:sldChg chg="modSp mod">
        <pc:chgData name="всеволод левин" userId="88b003701cfbb3e4" providerId="LiveId" clId="{64C2A9C1-AB72-4524-9EA6-021C97AD3A74}" dt="2026-06-04T09:06:01.401" v="19" actId="1076"/>
        <pc:sldMkLst>
          <pc:docMk/>
          <pc:sldMk cId="0" sldId="269"/>
        </pc:sldMkLst>
        <pc:spChg chg="mod">
          <ac:chgData name="всеволод левин" userId="88b003701cfbb3e4" providerId="LiveId" clId="{64C2A9C1-AB72-4524-9EA6-021C97AD3A74}" dt="2026-06-04T09:06:01.401" v="19" actId="1076"/>
          <ac:spMkLst>
            <pc:docMk/>
            <pc:sldMk cId="0" sldId="269"/>
            <ac:spMk id="16" creationId="{00000000-0000-0000-0000-000000000000}"/>
          </ac:spMkLst>
        </pc:spChg>
      </pc:sldChg>
      <pc:sldChg chg="modSp mod">
        <pc:chgData name="всеволод левин" userId="88b003701cfbb3e4" providerId="LiveId" clId="{64C2A9C1-AB72-4524-9EA6-021C97AD3A74}" dt="2026-06-04T09:16:24.178" v="105" actId="255"/>
        <pc:sldMkLst>
          <pc:docMk/>
          <pc:sldMk cId="1613586540" sldId="474"/>
        </pc:sldMkLst>
        <pc:spChg chg="mod">
          <ac:chgData name="всеволод левин" userId="88b003701cfbb3e4" providerId="LiveId" clId="{64C2A9C1-AB72-4524-9EA6-021C97AD3A74}" dt="2026-06-04T09:15:37.516" v="101" actId="1076"/>
          <ac:spMkLst>
            <pc:docMk/>
            <pc:sldMk cId="1613586540" sldId="474"/>
            <ac:spMk id="8" creationId="{77B07395-672D-4FA7-BB70-F0563A724F3E}"/>
          </ac:spMkLst>
        </pc:spChg>
        <pc:spChg chg="mod">
          <ac:chgData name="всеволод левин" userId="88b003701cfbb3e4" providerId="LiveId" clId="{64C2A9C1-AB72-4524-9EA6-021C97AD3A74}" dt="2026-06-04T09:16:00.861" v="102" actId="255"/>
          <ac:spMkLst>
            <pc:docMk/>
            <pc:sldMk cId="1613586540" sldId="474"/>
            <ac:spMk id="13" creationId="{9B99E05B-0B58-4EA5-8E2F-A234238A9EB7}"/>
          </ac:spMkLst>
        </pc:spChg>
        <pc:spChg chg="mod">
          <ac:chgData name="всеволод левин" userId="88b003701cfbb3e4" providerId="LiveId" clId="{64C2A9C1-AB72-4524-9EA6-021C97AD3A74}" dt="2026-06-04T09:16:07.434" v="103" actId="255"/>
          <ac:spMkLst>
            <pc:docMk/>
            <pc:sldMk cId="1613586540" sldId="474"/>
            <ac:spMk id="14" creationId="{4015216D-6310-4813-B8A3-037DB118C0AF}"/>
          </ac:spMkLst>
        </pc:spChg>
        <pc:spChg chg="mod">
          <ac:chgData name="всеволод левин" userId="88b003701cfbb3e4" providerId="LiveId" clId="{64C2A9C1-AB72-4524-9EA6-021C97AD3A74}" dt="2026-06-04T09:16:18.691" v="104" actId="255"/>
          <ac:spMkLst>
            <pc:docMk/>
            <pc:sldMk cId="1613586540" sldId="474"/>
            <ac:spMk id="16" creationId="{1296F8A1-85BD-445B-8D38-3FFB7205B3E6}"/>
          </ac:spMkLst>
        </pc:spChg>
        <pc:spChg chg="mod">
          <ac:chgData name="всеволод левин" userId="88b003701cfbb3e4" providerId="LiveId" clId="{64C2A9C1-AB72-4524-9EA6-021C97AD3A74}" dt="2026-06-04T09:16:24.178" v="105" actId="255"/>
          <ac:spMkLst>
            <pc:docMk/>
            <pc:sldMk cId="1613586540" sldId="474"/>
            <ac:spMk id="17" creationId="{5CC136FC-74EA-43BA-AE9D-22280C190E89}"/>
          </ac:spMkLst>
        </pc:spChg>
      </pc:sldChg>
      <pc:sldChg chg="modSp mod">
        <pc:chgData name="всеволод левин" userId="88b003701cfbb3e4" providerId="LiveId" clId="{64C2A9C1-AB72-4524-9EA6-021C97AD3A74}" dt="2026-06-04T09:03:06.923" v="3" actId="1076"/>
        <pc:sldMkLst>
          <pc:docMk/>
          <pc:sldMk cId="2572669269" sldId="475"/>
        </pc:sldMkLst>
        <pc:picChg chg="mod">
          <ac:chgData name="всеволод левин" userId="88b003701cfbb3e4" providerId="LiveId" clId="{64C2A9C1-AB72-4524-9EA6-021C97AD3A74}" dt="2026-06-04T09:03:06.923" v="3" actId="1076"/>
          <ac:picMkLst>
            <pc:docMk/>
            <pc:sldMk cId="2572669269" sldId="475"/>
            <ac:picMk id="8" creationId="{13F9434C-645B-4D21-90E9-D78ED4A15D7C}"/>
          </ac:picMkLst>
        </pc:picChg>
      </pc:sldChg>
      <pc:sldChg chg="addSp modSp mod">
        <pc:chgData name="всеволод левин" userId="88b003701cfbb3e4" providerId="LiveId" clId="{64C2A9C1-AB72-4524-9EA6-021C97AD3A74}" dt="2026-06-04T09:06:59.609" v="26" actId="1076"/>
        <pc:sldMkLst>
          <pc:docMk/>
          <pc:sldMk cId="2111881916" sldId="484"/>
        </pc:sldMkLst>
        <pc:picChg chg="add mod">
          <ac:chgData name="всеволод левин" userId="88b003701cfbb3e4" providerId="LiveId" clId="{64C2A9C1-AB72-4524-9EA6-021C97AD3A74}" dt="2026-06-04T09:06:59.609" v="26" actId="1076"/>
          <ac:picMkLst>
            <pc:docMk/>
            <pc:sldMk cId="2111881916" sldId="484"/>
            <ac:picMk id="5" creationId="{C89C51A5-3500-9825-A4EB-7BA26232CE8F}"/>
          </ac:picMkLst>
        </pc:picChg>
      </pc:sldChg>
      <pc:sldChg chg="modSp mod">
        <pc:chgData name="всеволод левин" userId="88b003701cfbb3e4" providerId="LiveId" clId="{64C2A9C1-AB72-4524-9EA6-021C97AD3A74}" dt="2026-06-04T09:12:35.620" v="86" actId="255"/>
        <pc:sldMkLst>
          <pc:docMk/>
          <pc:sldMk cId="3380078128" sldId="486"/>
        </pc:sldMkLst>
        <pc:spChg chg="mod">
          <ac:chgData name="всеволод левин" userId="88b003701cfbb3e4" providerId="LiveId" clId="{64C2A9C1-AB72-4524-9EA6-021C97AD3A74}" dt="2026-06-04T09:12:17.814" v="83" actId="255"/>
          <ac:spMkLst>
            <pc:docMk/>
            <pc:sldMk cId="3380078128" sldId="486"/>
            <ac:spMk id="10" creationId="{D8B22377-22D7-44CF-B567-7A0A1CF17B4A}"/>
          </ac:spMkLst>
        </pc:spChg>
        <pc:spChg chg="mod">
          <ac:chgData name="всеволод левин" userId="88b003701cfbb3e4" providerId="LiveId" clId="{64C2A9C1-AB72-4524-9EA6-021C97AD3A74}" dt="2026-06-04T09:11:35.432" v="74" actId="1076"/>
          <ac:spMkLst>
            <pc:docMk/>
            <pc:sldMk cId="3380078128" sldId="486"/>
            <ac:spMk id="14" creationId="{B5405860-9CDC-439C-B24B-77BBA29071B7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15" creationId="{1573FB22-1DD6-4F4E-9E15-CB2625E60C21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16" creationId="{08F4B4F5-7F2C-4466-8BB4-D89AB7E23274}"/>
          </ac:spMkLst>
        </pc:spChg>
        <pc:spChg chg="mod">
          <ac:chgData name="всеволод левин" userId="88b003701cfbb3e4" providerId="LiveId" clId="{64C2A9C1-AB72-4524-9EA6-021C97AD3A74}" dt="2026-06-04T09:11:37.875" v="75" actId="14100"/>
          <ac:spMkLst>
            <pc:docMk/>
            <pc:sldMk cId="3380078128" sldId="486"/>
            <ac:spMk id="18" creationId="{8C613A78-C49C-406C-996D-76FBD0CD57FD}"/>
          </ac:spMkLst>
        </pc:spChg>
        <pc:spChg chg="mod">
          <ac:chgData name="всеволод левин" userId="88b003701cfbb3e4" providerId="LiveId" clId="{64C2A9C1-AB72-4524-9EA6-021C97AD3A74}" dt="2026-06-04T09:12:09.441" v="82" actId="14100"/>
          <ac:spMkLst>
            <pc:docMk/>
            <pc:sldMk cId="3380078128" sldId="486"/>
            <ac:spMk id="19" creationId="{FFB3A270-4DA9-406E-A828-E4DA4C4664EA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20" creationId="{7137BE1E-1FB3-456B-A496-9D442F6E7C4E}"/>
          </ac:spMkLst>
        </pc:spChg>
        <pc:spChg chg="mod">
          <ac:chgData name="всеволод левин" userId="88b003701cfbb3e4" providerId="LiveId" clId="{64C2A9C1-AB72-4524-9EA6-021C97AD3A74}" dt="2026-06-04T09:11:41.040" v="76" actId="14100"/>
          <ac:spMkLst>
            <pc:docMk/>
            <pc:sldMk cId="3380078128" sldId="486"/>
            <ac:spMk id="21" creationId="{C7EBD504-A294-4D5C-BBF9-DBD745297D82}"/>
          </ac:spMkLst>
        </pc:spChg>
        <pc:spChg chg="mod">
          <ac:chgData name="всеволод левин" userId="88b003701cfbb3e4" providerId="LiveId" clId="{64C2A9C1-AB72-4524-9EA6-021C97AD3A74}" dt="2026-06-04T09:11:58.964" v="80" actId="14100"/>
          <ac:spMkLst>
            <pc:docMk/>
            <pc:sldMk cId="3380078128" sldId="486"/>
            <ac:spMk id="22" creationId="{011B96F2-CD33-42B2-A8FD-088342C36F22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23" creationId="{BD47CFC3-5FA1-435C-9FB1-0FEE81C7EA56}"/>
          </ac:spMkLst>
        </pc:spChg>
        <pc:spChg chg="mod">
          <ac:chgData name="всеволод левин" userId="88b003701cfbb3e4" providerId="LiveId" clId="{64C2A9C1-AB72-4524-9EA6-021C97AD3A74}" dt="2026-06-04T09:11:45.169" v="77" actId="14100"/>
          <ac:spMkLst>
            <pc:docMk/>
            <pc:sldMk cId="3380078128" sldId="486"/>
            <ac:spMk id="24" creationId="{687427E8-73DA-4BD4-AC71-806A8A65AA41}"/>
          </ac:spMkLst>
        </pc:spChg>
        <pc:spChg chg="mod">
          <ac:chgData name="всеволод левин" userId="88b003701cfbb3e4" providerId="LiveId" clId="{64C2A9C1-AB72-4524-9EA6-021C97AD3A74}" dt="2026-06-04T09:12:02.523" v="81" actId="14100"/>
          <ac:spMkLst>
            <pc:docMk/>
            <pc:sldMk cId="3380078128" sldId="486"/>
            <ac:spMk id="25" creationId="{926C3178-6251-4366-A51D-0B6C24C3B61C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26" creationId="{0F99650E-D301-4715-AB38-BE253F9F0271}"/>
          </ac:spMkLst>
        </pc:spChg>
        <pc:spChg chg="mod">
          <ac:chgData name="всеволод левин" userId="88b003701cfbb3e4" providerId="LiveId" clId="{64C2A9C1-AB72-4524-9EA6-021C97AD3A74}" dt="2026-06-04T09:11:31.964" v="73" actId="14100"/>
          <ac:spMkLst>
            <pc:docMk/>
            <pc:sldMk cId="3380078128" sldId="486"/>
            <ac:spMk id="27" creationId="{947BA4D2-7CD9-4B94-B3A7-46FC9B3AC872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28" creationId="{E22AB6B3-0C97-4240-BD8F-5F4EAC69B337}"/>
          </ac:spMkLst>
        </pc:spChg>
        <pc:spChg chg="mod">
          <ac:chgData name="всеволод левин" userId="88b003701cfbb3e4" providerId="LiveId" clId="{64C2A9C1-AB72-4524-9EA6-021C97AD3A74}" dt="2026-06-04T09:11:23.569" v="70" actId="255"/>
          <ac:spMkLst>
            <pc:docMk/>
            <pc:sldMk cId="3380078128" sldId="486"/>
            <ac:spMk id="29" creationId="{8037AD76-0576-471C-85E2-156B79FD4234}"/>
          </ac:spMkLst>
        </pc:spChg>
        <pc:spChg chg="mod">
          <ac:chgData name="всеволод левин" userId="88b003701cfbb3e4" providerId="LiveId" clId="{64C2A9C1-AB72-4524-9EA6-021C97AD3A74}" dt="2026-06-04T09:12:35.620" v="86" actId="255"/>
          <ac:spMkLst>
            <pc:docMk/>
            <pc:sldMk cId="3380078128" sldId="486"/>
            <ac:spMk id="30" creationId="{A0FE7B28-C986-4C03-876F-6C5DB8A3D771}"/>
          </ac:spMkLst>
        </pc:spChg>
      </pc:sldChg>
      <pc:sldChg chg="delSp modSp mod">
        <pc:chgData name="всеволод левин" userId="88b003701cfbb3e4" providerId="LiveId" clId="{64C2A9C1-AB72-4524-9EA6-021C97AD3A74}" dt="2026-06-04T09:10:55.687" v="69" actId="255"/>
        <pc:sldMkLst>
          <pc:docMk/>
          <pc:sldMk cId="4289448853" sldId="487"/>
        </pc:sldMkLst>
        <pc:spChg chg="mod">
          <ac:chgData name="всеволод левин" userId="88b003701cfbb3e4" providerId="LiveId" clId="{64C2A9C1-AB72-4524-9EA6-021C97AD3A74}" dt="2026-06-04T09:09:35.523" v="56" actId="1076"/>
          <ac:spMkLst>
            <pc:docMk/>
            <pc:sldMk cId="4289448853" sldId="487"/>
            <ac:spMk id="8" creationId="{73C2B1C2-DC8D-4B02-89B7-BE224F1F8D0C}"/>
          </ac:spMkLst>
        </pc:spChg>
        <pc:spChg chg="mod">
          <ac:chgData name="всеволод левин" userId="88b003701cfbb3e4" providerId="LiveId" clId="{64C2A9C1-AB72-4524-9EA6-021C97AD3A74}" dt="2026-06-04T09:09:41.963" v="57" actId="255"/>
          <ac:spMkLst>
            <pc:docMk/>
            <pc:sldMk cId="4289448853" sldId="487"/>
            <ac:spMk id="10" creationId="{1A04A2D4-C638-4DA7-AA99-2D7364221C1D}"/>
          </ac:spMkLst>
        </pc:spChg>
        <pc:spChg chg="mod">
          <ac:chgData name="всеволод левин" userId="88b003701cfbb3e4" providerId="LiveId" clId="{64C2A9C1-AB72-4524-9EA6-021C97AD3A74}" dt="2026-06-04T09:09:46.906" v="58" actId="255"/>
          <ac:spMkLst>
            <pc:docMk/>
            <pc:sldMk cId="4289448853" sldId="487"/>
            <ac:spMk id="12" creationId="{78EDC833-3BCE-4F59-BF7B-401478FBB584}"/>
          </ac:spMkLst>
        </pc:spChg>
        <pc:spChg chg="mod">
          <ac:chgData name="всеволод левин" userId="88b003701cfbb3e4" providerId="LiveId" clId="{64C2A9C1-AB72-4524-9EA6-021C97AD3A74}" dt="2026-06-04T09:10:02.119" v="60" actId="255"/>
          <ac:spMkLst>
            <pc:docMk/>
            <pc:sldMk cId="4289448853" sldId="487"/>
            <ac:spMk id="14" creationId="{BDB59863-8CA0-46E5-82A3-3A313F6BAEBC}"/>
          </ac:spMkLst>
        </pc:spChg>
        <pc:spChg chg="mod">
          <ac:chgData name="всеволод левин" userId="88b003701cfbb3e4" providerId="LiveId" clId="{64C2A9C1-AB72-4524-9EA6-021C97AD3A74}" dt="2026-06-04T09:09:53.317" v="59" actId="255"/>
          <ac:spMkLst>
            <pc:docMk/>
            <pc:sldMk cId="4289448853" sldId="487"/>
            <ac:spMk id="15" creationId="{EC1CB72E-2249-4D8E-8D49-55AED9DC885D}"/>
          </ac:spMkLst>
        </pc:spChg>
        <pc:spChg chg="mod">
          <ac:chgData name="всеволод левин" userId="88b003701cfbb3e4" providerId="LiveId" clId="{64C2A9C1-AB72-4524-9EA6-021C97AD3A74}" dt="2026-06-04T09:10:08.094" v="61" actId="255"/>
          <ac:spMkLst>
            <pc:docMk/>
            <pc:sldMk cId="4289448853" sldId="487"/>
            <ac:spMk id="17" creationId="{435EDF33-5DBC-4BEA-BA4A-41E7BF16CA12}"/>
          </ac:spMkLst>
        </pc:spChg>
        <pc:spChg chg="mod">
          <ac:chgData name="всеволод левин" userId="88b003701cfbb3e4" providerId="LiveId" clId="{64C2A9C1-AB72-4524-9EA6-021C97AD3A74}" dt="2026-06-04T09:10:14.471" v="62" actId="255"/>
          <ac:spMkLst>
            <pc:docMk/>
            <pc:sldMk cId="4289448853" sldId="487"/>
            <ac:spMk id="18" creationId="{3787C0FD-A3C0-49CE-AB55-2F661F3CD431}"/>
          </ac:spMkLst>
        </pc:spChg>
        <pc:spChg chg="mod">
          <ac:chgData name="всеволод левин" userId="88b003701cfbb3e4" providerId="LiveId" clId="{64C2A9C1-AB72-4524-9EA6-021C97AD3A74}" dt="2026-06-04T09:10:22.251" v="63" actId="255"/>
          <ac:spMkLst>
            <pc:docMk/>
            <pc:sldMk cId="4289448853" sldId="487"/>
            <ac:spMk id="20" creationId="{30EDB4FE-2417-4594-B1C4-CA854A6C2EF9}"/>
          </ac:spMkLst>
        </pc:spChg>
        <pc:spChg chg="mod">
          <ac:chgData name="всеволод левин" userId="88b003701cfbb3e4" providerId="LiveId" clId="{64C2A9C1-AB72-4524-9EA6-021C97AD3A74}" dt="2026-06-04T09:10:29.536" v="64" actId="255"/>
          <ac:spMkLst>
            <pc:docMk/>
            <pc:sldMk cId="4289448853" sldId="487"/>
            <ac:spMk id="21" creationId="{9DABB3F8-6CB5-4D1A-A60B-3374559E74EE}"/>
          </ac:spMkLst>
        </pc:spChg>
        <pc:spChg chg="mod">
          <ac:chgData name="всеволод левин" userId="88b003701cfbb3e4" providerId="LiveId" clId="{64C2A9C1-AB72-4524-9EA6-021C97AD3A74}" dt="2026-06-04T09:10:32.208" v="65" actId="1076"/>
          <ac:spMkLst>
            <pc:docMk/>
            <pc:sldMk cId="4289448853" sldId="487"/>
            <ac:spMk id="22" creationId="{6FE9D01C-023C-4EA3-B57C-30D01075554C}"/>
          </ac:spMkLst>
        </pc:spChg>
        <pc:spChg chg="mod">
          <ac:chgData name="всеволод левин" userId="88b003701cfbb3e4" providerId="LiveId" clId="{64C2A9C1-AB72-4524-9EA6-021C97AD3A74}" dt="2026-06-04T09:10:45.805" v="67" actId="255"/>
          <ac:spMkLst>
            <pc:docMk/>
            <pc:sldMk cId="4289448853" sldId="487"/>
            <ac:spMk id="23" creationId="{52DCD5C7-04E6-4B26-9919-520A870BAD63}"/>
          </ac:spMkLst>
        </pc:spChg>
        <pc:spChg chg="mod">
          <ac:chgData name="всеволод левин" userId="88b003701cfbb3e4" providerId="LiveId" clId="{64C2A9C1-AB72-4524-9EA6-021C97AD3A74}" dt="2026-06-04T09:10:38.539" v="66" actId="255"/>
          <ac:spMkLst>
            <pc:docMk/>
            <pc:sldMk cId="4289448853" sldId="487"/>
            <ac:spMk id="24" creationId="{73D21EE6-DECD-4EBB-894E-1711C386698F}"/>
          </ac:spMkLst>
        </pc:spChg>
        <pc:spChg chg="del">
          <ac:chgData name="всеволод левин" userId="88b003701cfbb3e4" providerId="LiveId" clId="{64C2A9C1-AB72-4524-9EA6-021C97AD3A74}" dt="2026-06-04T09:09:14.264" v="52" actId="478"/>
          <ac:spMkLst>
            <pc:docMk/>
            <pc:sldMk cId="4289448853" sldId="487"/>
            <ac:spMk id="25" creationId="{78B14650-F565-4AE3-9F46-DAF4AF4F2622}"/>
          </ac:spMkLst>
        </pc:spChg>
        <pc:spChg chg="mod">
          <ac:chgData name="всеволод левин" userId="88b003701cfbb3e4" providerId="LiveId" clId="{64C2A9C1-AB72-4524-9EA6-021C97AD3A74}" dt="2026-06-04T09:10:55.687" v="69" actId="255"/>
          <ac:spMkLst>
            <pc:docMk/>
            <pc:sldMk cId="4289448853" sldId="487"/>
            <ac:spMk id="26" creationId="{B042CB39-1281-40FE-9698-8B6D63608CFD}"/>
          </ac:spMkLst>
        </pc:spChg>
        <pc:spChg chg="mod">
          <ac:chgData name="всеволод левин" userId="88b003701cfbb3e4" providerId="LiveId" clId="{64C2A9C1-AB72-4524-9EA6-021C97AD3A74}" dt="2026-06-04T09:10:50.525" v="68" actId="255"/>
          <ac:spMkLst>
            <pc:docMk/>
            <pc:sldMk cId="4289448853" sldId="487"/>
            <ac:spMk id="27" creationId="{913774D5-EB34-41F4-B00C-6D66D1586F9B}"/>
          </ac:spMkLst>
        </pc:spChg>
      </pc:sldChg>
      <pc:sldChg chg="modSp mod">
        <pc:chgData name="всеволод левин" userId="88b003701cfbb3e4" providerId="LiveId" clId="{64C2A9C1-AB72-4524-9EA6-021C97AD3A74}" dt="2026-06-04T09:14:23.990" v="97" actId="255"/>
        <pc:sldMkLst>
          <pc:docMk/>
          <pc:sldMk cId="1893841961" sldId="493"/>
        </pc:sldMkLst>
        <pc:spChg chg="mod">
          <ac:chgData name="всеволод левин" userId="88b003701cfbb3e4" providerId="LiveId" clId="{64C2A9C1-AB72-4524-9EA6-021C97AD3A74}" dt="2026-06-04T09:14:23.990" v="97" actId="255"/>
          <ac:spMkLst>
            <pc:docMk/>
            <pc:sldMk cId="1893841961" sldId="493"/>
            <ac:spMk id="29" creationId="{50FF5C80-5375-43B6-A4B4-910F355FA38F}"/>
          </ac:spMkLst>
        </pc:spChg>
        <pc:spChg chg="mod">
          <ac:chgData name="всеволод левин" userId="88b003701cfbb3e4" providerId="LiveId" clId="{64C2A9C1-AB72-4524-9EA6-021C97AD3A74}" dt="2026-06-04T09:13:21.873" v="87" actId="255"/>
          <ac:spMkLst>
            <pc:docMk/>
            <pc:sldMk cId="1893841961" sldId="493"/>
            <ac:spMk id="32" creationId="{E3B41564-BAF3-4DC5-A5C1-5B0087B92DD9}"/>
          </ac:spMkLst>
        </pc:spChg>
        <pc:spChg chg="mod">
          <ac:chgData name="всеволод левин" userId="88b003701cfbb3e4" providerId="LiveId" clId="{64C2A9C1-AB72-4524-9EA6-021C97AD3A74}" dt="2026-06-04T09:13:50.311" v="92" actId="1076"/>
          <ac:spMkLst>
            <pc:docMk/>
            <pc:sldMk cId="1893841961" sldId="493"/>
            <ac:spMk id="35" creationId="{8EF04592-5590-4218-BC1F-D05452938515}"/>
          </ac:spMkLst>
        </pc:spChg>
        <pc:spChg chg="mod">
          <ac:chgData name="всеволод левин" userId="88b003701cfbb3e4" providerId="LiveId" clId="{64C2A9C1-AB72-4524-9EA6-021C97AD3A74}" dt="2026-06-04T09:13:57.816" v="93" actId="14100"/>
          <ac:spMkLst>
            <pc:docMk/>
            <pc:sldMk cId="1893841961" sldId="493"/>
            <ac:spMk id="38" creationId="{B7EDD248-709A-46C0-9DC5-B617CD6C5224}"/>
          </ac:spMkLst>
        </pc:spChg>
        <pc:spChg chg="mod">
          <ac:chgData name="всеволод левин" userId="88b003701cfbb3e4" providerId="LiveId" clId="{64C2A9C1-AB72-4524-9EA6-021C97AD3A74}" dt="2026-06-04T09:13:21.873" v="87" actId="255"/>
          <ac:spMkLst>
            <pc:docMk/>
            <pc:sldMk cId="1893841961" sldId="493"/>
            <ac:spMk id="41" creationId="{D4702867-13A7-4FDA-A495-75C93233CF6F}"/>
          </ac:spMkLst>
        </pc:spChg>
        <pc:spChg chg="mod">
          <ac:chgData name="всеволод левин" userId="88b003701cfbb3e4" providerId="LiveId" clId="{64C2A9C1-AB72-4524-9EA6-021C97AD3A74}" dt="2026-06-04T09:13:21.873" v="87" actId="255"/>
          <ac:spMkLst>
            <pc:docMk/>
            <pc:sldMk cId="1893841961" sldId="493"/>
            <ac:spMk id="44" creationId="{CC403F7C-67F5-43D1-9D4F-C8D14245DD28}"/>
          </ac:spMkLst>
        </pc:spChg>
        <pc:spChg chg="mod">
          <ac:chgData name="всеволод левин" userId="88b003701cfbb3e4" providerId="LiveId" clId="{64C2A9C1-AB72-4524-9EA6-021C97AD3A74}" dt="2026-06-04T09:13:21.873" v="87" actId="255"/>
          <ac:spMkLst>
            <pc:docMk/>
            <pc:sldMk cId="1893841961" sldId="493"/>
            <ac:spMk id="47" creationId="{DFB7900F-347F-4932-A7F7-C6D97AC73F59}"/>
          </ac:spMkLst>
        </pc:spChg>
        <pc:spChg chg="mod">
          <ac:chgData name="всеволод левин" userId="88b003701cfbb3e4" providerId="LiveId" clId="{64C2A9C1-AB72-4524-9EA6-021C97AD3A74}" dt="2026-06-04T09:13:21.873" v="87" actId="255"/>
          <ac:spMkLst>
            <pc:docMk/>
            <pc:sldMk cId="1893841961" sldId="493"/>
            <ac:spMk id="50" creationId="{C7ACCD2C-E38C-47AA-AC67-252848BD488F}"/>
          </ac:spMkLst>
        </pc:spChg>
        <pc:spChg chg="mod">
          <ac:chgData name="всеволод левин" userId="88b003701cfbb3e4" providerId="LiveId" clId="{64C2A9C1-AB72-4524-9EA6-021C97AD3A74}" dt="2026-06-04T09:14:19.659" v="96" actId="255"/>
          <ac:spMkLst>
            <pc:docMk/>
            <pc:sldMk cId="1893841961" sldId="493"/>
            <ac:spMk id="51" creationId="{98887362-0A25-4B9C-8718-A84AC9CA7121}"/>
          </ac:spMkLst>
        </pc:spChg>
        <pc:spChg chg="mod">
          <ac:chgData name="всеволод левин" userId="88b003701cfbb3e4" providerId="LiveId" clId="{64C2A9C1-AB72-4524-9EA6-021C97AD3A74}" dt="2026-06-04T09:14:13.634" v="95" actId="255"/>
          <ac:spMkLst>
            <pc:docMk/>
            <pc:sldMk cId="1893841961" sldId="493"/>
            <ac:spMk id="52" creationId="{72577A9B-2B9F-494F-A490-19771DA0C17C}"/>
          </ac:spMkLst>
        </pc:spChg>
      </pc:sldChg>
      <pc:sldChg chg="addSp delSp modSp mod">
        <pc:chgData name="всеволод левин" userId="88b003701cfbb3e4" providerId="LiveId" clId="{64C2A9C1-AB72-4524-9EA6-021C97AD3A74}" dt="2026-06-04T09:19:49.037" v="123" actId="403"/>
        <pc:sldMkLst>
          <pc:docMk/>
          <pc:sldMk cId="1488815275" sldId="494"/>
        </pc:sldMkLst>
        <pc:spChg chg="mod">
          <ac:chgData name="всеволод левин" userId="88b003701cfbb3e4" providerId="LiveId" clId="{64C2A9C1-AB72-4524-9EA6-021C97AD3A74}" dt="2026-06-04T09:19:49.037" v="123" actId="403"/>
          <ac:spMkLst>
            <pc:docMk/>
            <pc:sldMk cId="1488815275" sldId="494"/>
            <ac:spMk id="41" creationId="{3E008F9B-D915-44C4-A82C-F50C4D985865}"/>
          </ac:spMkLst>
        </pc:spChg>
        <pc:picChg chg="mod">
          <ac:chgData name="всеволод левин" userId="88b003701cfbb3e4" providerId="LiveId" clId="{64C2A9C1-AB72-4524-9EA6-021C97AD3A74}" dt="2026-06-04T09:19:23.660" v="116" actId="1076"/>
          <ac:picMkLst>
            <pc:docMk/>
            <pc:sldMk cId="1488815275" sldId="494"/>
            <ac:picMk id="10" creationId="{40818E90-1C6B-4BF5-BE96-AB753013EF7E}"/>
          </ac:picMkLst>
        </pc:picChg>
        <pc:picChg chg="add del mod modCrop">
          <ac:chgData name="всеволод левин" userId="88b003701cfbb3e4" providerId="LiveId" clId="{64C2A9C1-AB72-4524-9EA6-021C97AD3A74}" dt="2026-06-04T09:19:30.288" v="118" actId="14100"/>
          <ac:picMkLst>
            <pc:docMk/>
            <pc:sldMk cId="1488815275" sldId="494"/>
            <ac:picMk id="14" creationId="{85F7980D-18FA-4343-9265-906DE6380ACC}"/>
          </ac:picMkLst>
        </pc:picChg>
      </pc:sldChg>
      <pc:sldChg chg="modSp mod">
        <pc:chgData name="всеволод левин" userId="88b003701cfbb3e4" providerId="LiveId" clId="{64C2A9C1-AB72-4524-9EA6-021C97AD3A74}" dt="2026-06-04T09:18:57.155" v="115" actId="1076"/>
        <pc:sldMkLst>
          <pc:docMk/>
          <pc:sldMk cId="3005667734" sldId="495"/>
        </pc:sldMkLst>
        <pc:spChg chg="mod">
          <ac:chgData name="всеволод левин" userId="88b003701cfbb3e4" providerId="LiveId" clId="{64C2A9C1-AB72-4524-9EA6-021C97AD3A74}" dt="2026-06-04T09:18:57.155" v="115" actId="1076"/>
          <ac:spMkLst>
            <pc:docMk/>
            <pc:sldMk cId="3005667734" sldId="495"/>
            <ac:spMk id="10" creationId="{5092DD73-DC3A-4BCE-842E-4967C5806D1C}"/>
          </ac:spMkLst>
        </pc:spChg>
        <pc:picChg chg="mod modCrop">
          <ac:chgData name="всеволод левин" userId="88b003701cfbb3e4" providerId="LiveId" clId="{64C2A9C1-AB72-4524-9EA6-021C97AD3A74}" dt="2026-06-04T09:18:42.657" v="110" actId="1076"/>
          <ac:picMkLst>
            <pc:docMk/>
            <pc:sldMk cId="3005667734" sldId="495"/>
            <ac:picMk id="5" creationId="{71A8C9B7-585C-421D-9C03-AEBD96D85FE5}"/>
          </ac:picMkLst>
        </pc:picChg>
        <pc:picChg chg="mod">
          <ac:chgData name="всеволод левин" userId="88b003701cfbb3e4" providerId="LiveId" clId="{64C2A9C1-AB72-4524-9EA6-021C97AD3A74}" dt="2026-06-04T09:18:51.246" v="114" actId="1076"/>
          <ac:picMkLst>
            <pc:docMk/>
            <pc:sldMk cId="3005667734" sldId="495"/>
            <ac:picMk id="9" creationId="{29D65ACF-9FEC-46E3-BF8A-F39ADC5CAEAE}"/>
          </ac:picMkLst>
        </pc:picChg>
      </pc:sldChg>
      <pc:sldChg chg="addSp modSp new mod">
        <pc:chgData name="всеволод левин" userId="88b003701cfbb3e4" providerId="LiveId" clId="{64C2A9C1-AB72-4524-9EA6-021C97AD3A74}" dt="2026-06-04T09:05:41.967" v="18" actId="113"/>
        <pc:sldMkLst>
          <pc:docMk/>
          <pc:sldMk cId="3121730655" sldId="496"/>
        </pc:sldMkLst>
        <pc:spChg chg="mod">
          <ac:chgData name="всеволод левин" userId="88b003701cfbb3e4" providerId="LiveId" clId="{64C2A9C1-AB72-4524-9EA6-021C97AD3A74}" dt="2026-06-04T09:05:41.967" v="18" actId="113"/>
          <ac:spMkLst>
            <pc:docMk/>
            <pc:sldMk cId="3121730655" sldId="496"/>
            <ac:spMk id="2" creationId="{1E4ACC05-EC24-A2F9-0109-DBB8CE47583B}"/>
          </ac:spMkLst>
        </pc:spChg>
        <pc:spChg chg="add mod">
          <ac:chgData name="всеволод левин" userId="88b003701cfbb3e4" providerId="LiveId" clId="{64C2A9C1-AB72-4524-9EA6-021C97AD3A74}" dt="2026-06-04T09:05:17.267" v="16" actId="14100"/>
          <ac:spMkLst>
            <pc:docMk/>
            <pc:sldMk cId="3121730655" sldId="496"/>
            <ac:spMk id="4" creationId="{2D4683A1-8801-904F-E1CF-73E47FECFEFF}"/>
          </ac:spMkLst>
        </pc:spChg>
      </pc:sldChg>
      <pc:sldChg chg="addSp delSp modSp new add del mod">
        <pc:chgData name="всеволод левин" userId="88b003701cfbb3e4" providerId="LiveId" clId="{64C2A9C1-AB72-4524-9EA6-021C97AD3A74}" dt="2026-06-04T09:07:48.389" v="41" actId="680"/>
        <pc:sldMkLst>
          <pc:docMk/>
          <pc:sldMk cId="1890229650" sldId="497"/>
        </pc:sldMkLst>
        <pc:spChg chg="add del">
          <ac:chgData name="всеволод левин" userId="88b003701cfbb3e4" providerId="LiveId" clId="{64C2A9C1-AB72-4524-9EA6-021C97AD3A74}" dt="2026-06-04T09:07:47.969" v="40"/>
          <ac:spMkLst>
            <pc:docMk/>
            <pc:sldMk cId="1890229650" sldId="497"/>
            <ac:spMk id="3" creationId="{0D683E57-0F08-99BE-BA59-BA9C145E03D6}"/>
          </ac:spMkLst>
        </pc:spChg>
        <pc:spChg chg="add del mod">
          <ac:chgData name="всеволод левин" userId="88b003701cfbb3e4" providerId="LiveId" clId="{64C2A9C1-AB72-4524-9EA6-021C97AD3A74}" dt="2026-06-04T09:07:46.603" v="36" actId="478"/>
          <ac:spMkLst>
            <pc:docMk/>
            <pc:sldMk cId="1890229650" sldId="497"/>
            <ac:spMk id="7" creationId="{2F2957FF-FA66-EBD7-E483-FB538D9BCD83}"/>
          </ac:spMkLst>
        </pc:spChg>
        <pc:picChg chg="add del mod">
          <ac:chgData name="всеволод левин" userId="88b003701cfbb3e4" providerId="LiveId" clId="{64C2A9C1-AB72-4524-9EA6-021C97AD3A74}" dt="2026-06-04T09:07:47.969" v="40"/>
          <ac:picMkLst>
            <pc:docMk/>
            <pc:sldMk cId="1890229650" sldId="497"/>
            <ac:picMk id="5" creationId="{1154B77C-A939-8545-930E-2614B1738CC9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F7AC7B-00F5-48DD-8928-FD33BA30184F}" type="datetimeFigureOut">
              <a:rPr lang="ru-RU" smtClean="0"/>
              <a:t>09.06.2026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B2B51-16B6-4AAD-80E4-269AF0A3187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67387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298078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5B2B51-16B6-4AAD-80E4-269AF0A31870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51806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4DA884-6834-43C3-9962-0908708BB635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118145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E69084-B616-42FD-97D2-132FA2D9D3EC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6124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B1D01F-863C-4B73-AC54-AFB6F8AF8771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062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5CCFC5-B553-4F02-B48C-3389B3E31F91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48470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29C083-1D60-4C1E-892A-B512768125D7}" type="datetime1">
              <a:rPr lang="ru-RU" smtClean="0"/>
              <a:t>09.06.2026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44995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FC138-E7BA-4AC9-88EA-6548305A1AE0}" type="datetime1">
              <a:rPr lang="ru-RU" smtClean="0"/>
              <a:t>09.06.2026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0354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27F368-0454-4E3E-B811-65D7920E7A00}" type="datetime1">
              <a:rPr lang="ru-RU" smtClean="0"/>
              <a:t>09.06.2026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9025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E888E3F-F044-4CF9-8740-67EF25E77444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57716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3A3761-CBF7-4D01-8375-1A6A2B4DD86F}" type="datetime1">
              <a:rPr lang="ru-RU" smtClean="0"/>
              <a:t>09.06.2026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3233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BED5A9-4DBA-47B9-8194-FDEF738E4669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27714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361B47-97FD-4EE6-8644-2D0CCBD0ABF0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51099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79291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308FB-D40B-40B6-9438-F3DDDC3FA85B}" type="datetime1">
              <a:rPr lang="ru-RU" smtClean="0"/>
              <a:t>09.06.2026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3D2B9D-3E5A-4208-B841-6DCB29E9E02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913770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Relationship Id="rId5" Type="http://schemas.openxmlformats.org/officeDocument/2006/relationships/image" Target="../media/image11.png"/><Relationship Id="rId4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17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 l="8000" t="7000" r="1000" b="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257694" y="1704110"/>
            <a:ext cx="5411586" cy="1458884"/>
          </a:xfrm>
        </p:spPr>
        <p:txBody>
          <a:bodyPr>
            <a:normAutofit fontScale="90000"/>
          </a:bodyPr>
          <a:lstStyle/>
          <a:p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Технология реверс-инжиниринга</a:t>
            </a:r>
            <a:b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r>
              <a:rPr lang="ru-RU" sz="2800" dirty="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  <a:t>Задание 7</a:t>
            </a:r>
            <a:br>
              <a:rPr lang="en-US" sz="2800">
                <a:solidFill>
                  <a:schemeClr val="accent5">
                    <a:lumMod val="75000"/>
                  </a:schemeClr>
                </a:solidFill>
                <a:latin typeface="Arial Black" panose="020B0A04020102020204" pitchFamily="34" charset="0"/>
              </a:rPr>
            </a:br>
            <a:endParaRPr lang="ru-RU" sz="2800" dirty="0">
              <a:solidFill>
                <a:schemeClr val="accent5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49134" y="4089862"/>
            <a:ext cx="6201296" cy="212390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Выполнили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Ремигайло Е.В., Левин В.М., ТКИ-341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Проверили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Профессор, д.т.н., Сидоренко Валентина Геннадьевна</a:t>
            </a:r>
          </a:p>
          <a:p>
            <a:pPr algn="l"/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Доцент, к.т.н.,</a:t>
            </a:r>
            <a:r>
              <a:rPr lang="en-US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ru-RU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Сафронов Антон Игоревич </a:t>
            </a:r>
          </a:p>
          <a:p>
            <a:pPr algn="l"/>
            <a:endParaRPr lang="ru-RU" dirty="0">
              <a:solidFill>
                <a:schemeClr val="accent5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063605"/>
      </p:ext>
    </p:extLst>
  </p:cSld>
  <p:clrMapOvr>
    <a:masterClrMapping/>
  </p:clrMapOvr>
  <p:transition spd="slow">
    <p:cover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2B31263-0838-4F69-9F5D-CC4B336788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46101"/>
            <a:ext cx="10515600" cy="565900"/>
          </a:xfrm>
        </p:spPr>
        <p:txBody>
          <a:bodyPr>
            <a:normAutofit fontScale="90000"/>
          </a:bodyPr>
          <a:lstStyle/>
          <a:p>
            <a:r>
              <a:rPr lang="ru-RU" dirty="0"/>
              <a:t>Оглавление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6BA0D4A-8F98-4AA6-A0BD-6460A4079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</a:t>
            </a:fld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E55595-84E9-4DB6-8E3D-A870531756B2}"/>
              </a:ext>
            </a:extLst>
          </p:cNvPr>
          <p:cNvSpPr txBox="1"/>
          <p:nvPr/>
        </p:nvSpPr>
        <p:spPr>
          <a:xfrm>
            <a:off x="838200" y="1183719"/>
            <a:ext cx="1075949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49263" indent="-449263" algn="just"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такое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Radare2 и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Decai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ru-RU" sz="2400" u="sng" dirty="0"/>
              <a:t>- 3 </a:t>
            </a:r>
            <a:r>
              <a:rPr lang="ru-RU" sz="2400" u="sng" dirty="0" err="1"/>
              <a:t>стр</a:t>
            </a:r>
            <a:r>
              <a:rPr lang="ru-RU" sz="2400" u="sng" dirty="0"/>
              <a:t> </a:t>
            </a:r>
          </a:p>
          <a:p>
            <a:pPr marL="449263" indent="-449263" algn="just"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Схема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работы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инструмента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ru-RU" sz="2400" u="sng" dirty="0"/>
              <a:t>- </a:t>
            </a:r>
            <a:r>
              <a:rPr lang="en-US" sz="2400" u="sng" dirty="0"/>
              <a:t>4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Установка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Windows </a:t>
            </a:r>
            <a:r>
              <a:rPr lang="ru-RU" sz="2400" u="sng" dirty="0"/>
              <a:t>- </a:t>
            </a:r>
            <a:r>
              <a:rPr lang="en-US" sz="2400" u="sng" dirty="0"/>
              <a:t>5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Анализируемая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программа</a:t>
            </a:r>
            <a:r>
              <a:rPr lang="ru-RU" sz="2400" u="sng" dirty="0"/>
              <a:t>– </a:t>
            </a:r>
            <a:r>
              <a:rPr lang="en-US" sz="2400" u="sng" dirty="0"/>
              <a:t>6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Процесс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анализа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в Radare2</a:t>
            </a:r>
            <a:r>
              <a:rPr lang="ru-RU" sz="2400" u="sng" dirty="0"/>
              <a:t> – </a:t>
            </a:r>
            <a:r>
              <a:rPr lang="en-US" sz="2400" u="sng" dirty="0"/>
              <a:t>7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Дизассемблер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main</a:t>
            </a:r>
            <a:r>
              <a:rPr lang="ru-RU" sz="2400" u="sng" dirty="0"/>
              <a:t> - </a:t>
            </a:r>
            <a:r>
              <a:rPr lang="en-US" sz="2400" u="sng" dirty="0"/>
              <a:t>8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(CFG)</a:t>
            </a:r>
            <a:r>
              <a:rPr lang="ru-RU" sz="2400" u="sng" dirty="0"/>
              <a:t>- </a:t>
            </a:r>
            <a:r>
              <a:rPr lang="en-US" sz="2400" u="sng" dirty="0"/>
              <a:t>9-10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Результат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AI-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декомпиляции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ru-RU" sz="2400" u="sng" dirty="0"/>
              <a:t>- 1</a:t>
            </a:r>
            <a:r>
              <a:rPr lang="en-US" sz="2400" u="sng" dirty="0"/>
              <a:t>1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en-US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Локальный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AI-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сервер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Ollama</a:t>
            </a:r>
            <a:r>
              <a:rPr lang="ru-RU" sz="2400" u="sng" dirty="0"/>
              <a:t>- 1</a:t>
            </a:r>
            <a:r>
              <a:rPr lang="en-US" sz="2400" u="sng" dirty="0"/>
              <a:t>2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Сравнение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другими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инструментами</a:t>
            </a:r>
            <a:r>
              <a:rPr lang="ru-RU" sz="2400" u="sng" dirty="0"/>
              <a:t>– 1</a:t>
            </a:r>
            <a:r>
              <a:rPr lang="en-US" sz="2400" u="sng" dirty="0"/>
              <a:t>3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Выводы</a:t>
            </a:r>
            <a:r>
              <a:rPr lang="ru-RU" sz="2400" u="sng" dirty="0"/>
              <a:t>– 1</a:t>
            </a:r>
            <a:r>
              <a:rPr lang="en-US" sz="2400" u="sng" dirty="0"/>
              <a:t>4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ru-RU" sz="2400" u="sng" dirty="0"/>
          </a:p>
          <a:p>
            <a:pPr marL="449263" indent="-449263" algn="just">
              <a:buFontTx/>
              <a:buAutoNum type="arabicPeriod"/>
            </a:pP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Список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использованных</a:t>
            </a:r>
            <a:r>
              <a:rPr lang="en-US" sz="2400" u="sng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u="sng" dirty="0" err="1">
                <a:ea typeface="Calibri" pitchFamily="34" charset="-122"/>
                <a:cs typeface="Calibri" pitchFamily="34" charset="-120"/>
              </a:rPr>
              <a:t>источников</a:t>
            </a:r>
            <a:r>
              <a:rPr lang="ru-RU" sz="2400" u="sng" dirty="0"/>
              <a:t>– 1</a:t>
            </a:r>
            <a:r>
              <a:rPr lang="en-US" sz="2400" u="sng" dirty="0"/>
              <a:t>5</a:t>
            </a:r>
            <a:r>
              <a:rPr lang="ru-RU" sz="2400" u="sng" dirty="0"/>
              <a:t> </a:t>
            </a:r>
            <a:r>
              <a:rPr lang="ru-RU" sz="2400" u="sng" dirty="0" err="1"/>
              <a:t>стр</a:t>
            </a:r>
            <a:endParaRPr lang="en-US" sz="2400" u="sng" dirty="0"/>
          </a:p>
        </p:txBody>
      </p:sp>
    </p:spTree>
    <p:extLst>
      <p:ext uri="{BB962C8B-B14F-4D97-AF65-F5344CB8AC3E}">
        <p14:creationId xmlns:p14="http://schemas.microsoft.com/office/powerpoint/2010/main" val="3562417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4ACC05-EC24-A2F9-0109-DBB8CE4758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Описание задания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5948D52-AC82-4D19-2118-BF9C7D17E6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3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4683A1-8801-904F-E1CF-73E47FECFEFF}"/>
              </a:ext>
            </a:extLst>
          </p:cNvPr>
          <p:cNvSpPr txBox="1"/>
          <p:nvPr/>
        </p:nvSpPr>
        <p:spPr>
          <a:xfrm>
            <a:off x="1476153" y="1945759"/>
            <a:ext cx="9741195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b="1" dirty="0"/>
              <a:t>Вариант 15 — Radare2 + AI (</a:t>
            </a:r>
            <a:r>
              <a:rPr lang="ru-RU" sz="2400" b="1" dirty="0" err="1"/>
              <a:t>Decai</a:t>
            </a:r>
            <a:r>
              <a:rPr lang="ru-RU" sz="2400" b="1" dirty="0"/>
              <a:t>)</a:t>
            </a:r>
            <a:br>
              <a:rPr lang="ru-RU" sz="2400" dirty="0"/>
            </a:br>
            <a:r>
              <a:rPr lang="ru-RU" sz="2400" b="1" dirty="0"/>
              <a:t>Цель:</a:t>
            </a:r>
            <a:r>
              <a:rPr lang="ru-RU" sz="2400" dirty="0"/>
              <a:t> Исследовать инструмент реверс-инжиниринга Radare2 с AI-плагином </a:t>
            </a:r>
            <a:r>
              <a:rPr lang="ru-RU" sz="2400" dirty="0" err="1"/>
              <a:t>Decai</a:t>
            </a:r>
            <a:r>
              <a:rPr lang="ru-RU" sz="2400" dirty="0"/>
              <a:t> для автоматизированного анализа бинарного кода</a:t>
            </a:r>
            <a:br>
              <a:rPr lang="ru-RU" sz="2400" dirty="0"/>
            </a:br>
            <a:r>
              <a:rPr lang="ru-RU" sz="2400" b="1" dirty="0"/>
              <a:t>Задачи:</a:t>
            </a:r>
            <a:br>
              <a:rPr lang="ru-RU" sz="2400" dirty="0"/>
            </a:br>
            <a:r>
              <a:rPr lang="ru-RU" sz="2400" dirty="0"/>
              <a:t>Установить и настроить Radare2 и плагин </a:t>
            </a:r>
            <a:r>
              <a:rPr lang="ru-RU" sz="2400" dirty="0" err="1"/>
              <a:t>Decai</a:t>
            </a:r>
            <a:r>
              <a:rPr lang="ru-RU" sz="2400" dirty="0"/>
              <a:t> на Windows</a:t>
            </a:r>
            <a:br>
              <a:rPr lang="ru-RU" sz="2400" dirty="0"/>
            </a:br>
            <a:r>
              <a:rPr lang="ru-RU" sz="2400" dirty="0"/>
              <a:t>Подключить локальную языковую модель через </a:t>
            </a:r>
            <a:r>
              <a:rPr lang="ru-RU" sz="2400" dirty="0" err="1"/>
              <a:t>Ollama</a:t>
            </a:r>
            <a:br>
              <a:rPr lang="ru-RU" sz="2400" dirty="0"/>
            </a:br>
            <a:r>
              <a:rPr lang="ru-RU" sz="2400" dirty="0"/>
              <a:t>Выполнить статический анализ скомпилированной программы на C++</a:t>
            </a:r>
            <a:br>
              <a:rPr lang="ru-RU" sz="2400" dirty="0"/>
            </a:br>
            <a:r>
              <a:rPr lang="ru-RU" sz="2400" dirty="0"/>
              <a:t>Получить AI-декомпиляцию функций и оценить качество результата</a:t>
            </a:r>
            <a:br>
              <a:rPr lang="ru-RU" sz="2400" dirty="0"/>
            </a:br>
            <a:r>
              <a:rPr lang="ru-RU" sz="2400" dirty="0"/>
              <a:t>Сравнить инструмент с аналогами (IDA Pro, </a:t>
            </a:r>
            <a:r>
              <a:rPr lang="ru-RU" sz="2400" dirty="0" err="1"/>
              <a:t>Ghidra</a:t>
            </a:r>
            <a:r>
              <a:rPr lang="ru-RU" sz="24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121730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6E2FC75-F46B-DBC0-BB3B-F9993CA7D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Radare2 и </a:t>
            </a:r>
            <a:r>
              <a:rPr lang="en-US" sz="4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Decai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C7F35E4-02A1-A4E9-B1D6-7841863ACD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91909" y="6623437"/>
            <a:ext cx="6246412" cy="4713923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ru-RU" sz="20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51DD29E-1B73-CCF5-71DF-37E484CC7D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4</a:t>
            </a:fld>
            <a:endParaRPr lang="ru-RU"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1EEFBEC-39DC-42D1-AFD3-AD87E1BB030A}"/>
              </a:ext>
            </a:extLst>
          </p:cNvPr>
          <p:cNvSpPr/>
          <p:nvPr/>
        </p:nvSpPr>
        <p:spPr>
          <a:xfrm>
            <a:off x="153909" y="1973655"/>
            <a:ext cx="5375948" cy="3576119"/>
          </a:xfrm>
          <a:prstGeom prst="roundRect">
            <a:avLst/>
          </a:prstGeom>
          <a:solidFill>
            <a:srgbClr val="EAF6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876C98A8-AA19-4B01-A020-6873A410AB18}"/>
              </a:ext>
            </a:extLst>
          </p:cNvPr>
          <p:cNvSpPr/>
          <p:nvPr/>
        </p:nvSpPr>
        <p:spPr>
          <a:xfrm>
            <a:off x="2127564" y="2064869"/>
            <a:ext cx="18469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</a:t>
            </a:r>
            <a:endParaRPr lang="en-US" sz="1800" dirty="0"/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F2FCA5C2-D80B-4C2E-B6B1-98B67562AFB7}"/>
              </a:ext>
            </a:extLst>
          </p:cNvPr>
          <p:cNvSpPr/>
          <p:nvPr/>
        </p:nvSpPr>
        <p:spPr>
          <a:xfrm>
            <a:off x="317389" y="2613282"/>
            <a:ext cx="5029588" cy="270110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Свободный инструмент реверс-инжиниринга (GPL)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Дизассемблер, отладчик, анализатор бинарных файлов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x86, x64, ARM и других архитектур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Консольный интерфейс с мощными командами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Версия 6.1.6 (2026)</a:t>
            </a:r>
            <a:endParaRPr lang="en-US" sz="20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2E199BFC-6179-45C1-8373-DA6705DD0366}"/>
              </a:ext>
            </a:extLst>
          </p:cNvPr>
          <p:cNvSpPr/>
          <p:nvPr/>
        </p:nvSpPr>
        <p:spPr>
          <a:xfrm>
            <a:off x="5895616" y="1973655"/>
            <a:ext cx="5538911" cy="3576119"/>
          </a:xfrm>
          <a:prstGeom prst="roundRect">
            <a:avLst/>
          </a:prstGeom>
          <a:solidFill>
            <a:srgbClr val="E8FF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7662B959-D1A8-402C-B025-910FB092067A}"/>
              </a:ext>
            </a:extLst>
          </p:cNvPr>
          <p:cNvSpPr/>
          <p:nvPr/>
        </p:nvSpPr>
        <p:spPr>
          <a:xfrm>
            <a:off x="8051246" y="2157847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06B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 (r2ai)</a:t>
            </a:r>
            <a:endParaRPr lang="en-US" sz="18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BDE28BDE-9E30-432D-93BF-148C9A3F7B4F}"/>
              </a:ext>
            </a:extLst>
          </p:cNvPr>
          <p:cNvSpPr/>
          <p:nvPr/>
        </p:nvSpPr>
        <p:spPr>
          <a:xfrm>
            <a:off x="6078496" y="2669414"/>
            <a:ext cx="5102533" cy="2644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для radare2, интегрирующий LLM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Устанавливается через r2pm -ci decai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Поддерживает: OpenAI, Anthropic, Ollama и др.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 decai -d — AI-декомпиляция функции</a:t>
            </a:r>
            <a:endParaRPr lang="en-US" sz="2000" dirty="0"/>
          </a:p>
          <a:p>
            <a:pPr marL="342900" indent="-342900">
              <a:buSzPct val="100000"/>
              <a:buChar char="•"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исходный код на GitHub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2968723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199" y="436608"/>
            <a:ext cx="5257800" cy="640714"/>
          </a:xfrm>
        </p:spPr>
        <p:txBody>
          <a:bodyPr>
            <a:normAutofit fontScale="90000"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Схема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работы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Radare2 +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Decai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5</a:t>
            </a:fld>
            <a:endParaRPr lang="ru-RU"/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F068092-09FD-440A-A95B-BB314BBD186A}"/>
              </a:ext>
            </a:extLst>
          </p:cNvPr>
          <p:cNvSpPr/>
          <p:nvPr/>
        </p:nvSpPr>
        <p:spPr>
          <a:xfrm>
            <a:off x="1889759" y="2372008"/>
            <a:ext cx="1920240" cy="1280160"/>
          </a:xfrm>
          <a:prstGeom prst="roundRect">
            <a:avLst/>
          </a:prstGeom>
          <a:solidFill>
            <a:srgbClr val="FFE8E8"/>
          </a:solidFill>
          <a:ln w="25400">
            <a:solidFill>
              <a:srgbClr val="E05050"/>
            </a:solidFill>
            <a:prstDash val="solid"/>
          </a:ln>
        </p:spPr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756D7C6E-D5E2-4754-ABC1-1E5A3D8513E1}"/>
              </a:ext>
            </a:extLst>
          </p:cNvPr>
          <p:cNvSpPr/>
          <p:nvPr/>
        </p:nvSpPr>
        <p:spPr>
          <a:xfrm>
            <a:off x="1889759" y="2463448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 файл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(EGOR.exe)</a:t>
            </a:r>
            <a:endParaRPr lang="en-US" dirty="0"/>
          </a:p>
        </p:txBody>
      </p:sp>
      <p:sp>
        <p:nvSpPr>
          <p:cNvPr id="8" name="Shape 4">
            <a:extLst>
              <a:ext uri="{FF2B5EF4-FFF2-40B4-BE49-F238E27FC236}">
                <a16:creationId xmlns:a16="http://schemas.microsoft.com/office/drawing/2014/main" id="{28C01F0D-0F9F-4516-8D6B-53C78A030375}"/>
              </a:ext>
            </a:extLst>
          </p:cNvPr>
          <p:cNvSpPr/>
          <p:nvPr/>
        </p:nvSpPr>
        <p:spPr>
          <a:xfrm>
            <a:off x="3992879" y="2372008"/>
            <a:ext cx="1920240" cy="1280160"/>
          </a:xfrm>
          <a:prstGeom prst="roundRect">
            <a:avLst/>
          </a:prstGeom>
          <a:solidFill>
            <a:srgbClr val="EAF6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16D1EB78-0C8D-4AFD-B1AC-C7D110154249}"/>
              </a:ext>
            </a:extLst>
          </p:cNvPr>
          <p:cNvSpPr/>
          <p:nvPr/>
        </p:nvSpPr>
        <p:spPr>
          <a:xfrm>
            <a:off x="3992879" y="2463448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endParaRPr lang="en-US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971698FE-6A0C-43FC-809F-FC41365F3E4D}"/>
              </a:ext>
            </a:extLst>
          </p:cNvPr>
          <p:cNvSpPr/>
          <p:nvPr/>
        </p:nvSpPr>
        <p:spPr>
          <a:xfrm>
            <a:off x="6095999" y="2372008"/>
            <a:ext cx="1920240" cy="1280160"/>
          </a:xfrm>
          <a:prstGeom prst="roundRect">
            <a:avLst/>
          </a:prstGeom>
          <a:solidFill>
            <a:srgbClr val="E8FF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253829DC-DE48-4191-AD67-247E4F41F071}"/>
              </a:ext>
            </a:extLst>
          </p:cNvPr>
          <p:cNvSpPr/>
          <p:nvPr/>
        </p:nvSpPr>
        <p:spPr>
          <a:xfrm>
            <a:off x="6095999" y="2463448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</a:t>
            </a:r>
            <a:endParaRPr lang="en-US" dirty="0"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D4D58DF0-F10F-49F2-8475-84F64728BDCA}"/>
              </a:ext>
            </a:extLst>
          </p:cNvPr>
          <p:cNvSpPr/>
          <p:nvPr/>
        </p:nvSpPr>
        <p:spPr>
          <a:xfrm>
            <a:off x="8199119" y="2372008"/>
            <a:ext cx="1920240" cy="1280160"/>
          </a:xfrm>
          <a:prstGeom prst="roundRect">
            <a:avLst/>
          </a:prstGeom>
          <a:solidFill>
            <a:srgbClr val="FFF5E8"/>
          </a:solidFill>
          <a:ln w="25400">
            <a:solidFill>
              <a:srgbClr val="E08030"/>
            </a:solidFill>
            <a:prstDash val="solid"/>
          </a:ln>
        </p:spPr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ECDBCE21-C330-4CFA-BC40-A0F4849D3469}"/>
              </a:ext>
            </a:extLst>
          </p:cNvPr>
          <p:cNvSpPr/>
          <p:nvPr/>
        </p:nvSpPr>
        <p:spPr>
          <a:xfrm>
            <a:off x="8199119" y="2463448"/>
            <a:ext cx="19202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dirty="0"/>
          </a:p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qwen2.5-coder</a:t>
            </a:r>
            <a:endParaRPr lang="en-US" dirty="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9ED37E42-98F1-4136-81A1-4D711B7827C2}"/>
              </a:ext>
            </a:extLst>
          </p:cNvPr>
          <p:cNvSpPr/>
          <p:nvPr/>
        </p:nvSpPr>
        <p:spPr>
          <a:xfrm>
            <a:off x="3828287" y="3012088"/>
            <a:ext cx="164592" cy="0"/>
          </a:xfrm>
          <a:prstGeom prst="line">
            <a:avLst/>
          </a:prstGeom>
          <a:noFill/>
          <a:ln w="25400">
            <a:solidFill>
              <a:srgbClr val="0F3460"/>
            </a:solidFill>
            <a:prstDash val="solid"/>
          </a:ln>
        </p:spPr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1A1CF3D5-5D1C-49A7-82D6-22FEBA1098FC}"/>
              </a:ext>
            </a:extLst>
          </p:cNvPr>
          <p:cNvSpPr/>
          <p:nvPr/>
        </p:nvSpPr>
        <p:spPr>
          <a:xfrm>
            <a:off x="3828287" y="27834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54EA1A69-775E-4E16-BC95-1B7D8A4D2322}"/>
              </a:ext>
            </a:extLst>
          </p:cNvPr>
          <p:cNvSpPr/>
          <p:nvPr/>
        </p:nvSpPr>
        <p:spPr>
          <a:xfrm>
            <a:off x="5931407" y="3012088"/>
            <a:ext cx="164592" cy="0"/>
          </a:xfrm>
          <a:prstGeom prst="line">
            <a:avLst/>
          </a:prstGeom>
          <a:noFill/>
          <a:ln w="25400">
            <a:solidFill>
              <a:srgbClr val="0F3460"/>
            </a:solidFill>
            <a:prstDash val="solid"/>
          </a:ln>
        </p:spPr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A5A94165-FD9F-459A-86CB-3780DF7993E1}"/>
              </a:ext>
            </a:extLst>
          </p:cNvPr>
          <p:cNvSpPr/>
          <p:nvPr/>
        </p:nvSpPr>
        <p:spPr>
          <a:xfrm>
            <a:off x="5931407" y="27834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44A2FB33-EBB5-41BF-8A90-C40FA6487AA4}"/>
              </a:ext>
            </a:extLst>
          </p:cNvPr>
          <p:cNvSpPr/>
          <p:nvPr/>
        </p:nvSpPr>
        <p:spPr>
          <a:xfrm>
            <a:off x="8034527" y="3012088"/>
            <a:ext cx="164592" cy="0"/>
          </a:xfrm>
          <a:prstGeom prst="line">
            <a:avLst/>
          </a:prstGeom>
          <a:noFill/>
          <a:ln w="25400">
            <a:solidFill>
              <a:srgbClr val="0F3460"/>
            </a:solidFill>
            <a:prstDash val="solid"/>
          </a:ln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625A3185-51D4-4473-949D-54AEFD917249}"/>
              </a:ext>
            </a:extLst>
          </p:cNvPr>
          <p:cNvSpPr/>
          <p:nvPr/>
        </p:nvSpPr>
        <p:spPr>
          <a:xfrm>
            <a:off x="8034527" y="2783488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dirty="0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1CCD046D-C69C-4CBA-A543-9A5B8F14D81B}"/>
              </a:ext>
            </a:extLst>
          </p:cNvPr>
          <p:cNvSpPr/>
          <p:nvPr/>
        </p:nvSpPr>
        <p:spPr>
          <a:xfrm>
            <a:off x="3078479" y="4017928"/>
            <a:ext cx="6400800" cy="1280160"/>
          </a:xfrm>
          <a:prstGeom prst="roundRect">
            <a:avLst/>
          </a:prstGeom>
          <a:solidFill>
            <a:srgbClr val="F0F0FF"/>
          </a:solidFill>
          <a:ln w="25400">
            <a:solidFill>
              <a:srgbClr val="0F3460"/>
            </a:solidFill>
            <a:prstDash val="solid"/>
          </a:ln>
        </p:spPr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C5E2B9CE-76EE-4ED6-B140-8AC37A029C9B}"/>
              </a:ext>
            </a:extLst>
          </p:cNvPr>
          <p:cNvSpPr/>
          <p:nvPr/>
        </p:nvSpPr>
        <p:spPr>
          <a:xfrm>
            <a:off x="3169919" y="4109368"/>
            <a:ext cx="62179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Результат: читаемый псевдокод на C — структура программы восстановлена AI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257511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0A16D8-2D38-373B-B379-632DE5E36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7220" y="207963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Установка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2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Windows</a:t>
            </a:r>
            <a:endParaRPr lang="en-US" sz="28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0AD02C-1F4D-E091-BA59-C8AB2231C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6</a:t>
            </a:fld>
            <a:endParaRPr lang="ru-RU"/>
          </a:p>
        </p:txBody>
      </p:sp>
      <p:sp>
        <p:nvSpPr>
          <p:cNvPr id="8" name="Shape 3">
            <a:extLst>
              <a:ext uri="{FF2B5EF4-FFF2-40B4-BE49-F238E27FC236}">
                <a16:creationId xmlns:a16="http://schemas.microsoft.com/office/drawing/2014/main" id="{73C2B1C2-DC8D-4B02-89B7-BE224F1F8D0C}"/>
              </a:ext>
            </a:extLst>
          </p:cNvPr>
          <p:cNvSpPr/>
          <p:nvPr/>
        </p:nvSpPr>
        <p:spPr>
          <a:xfrm>
            <a:off x="617220" y="1452130"/>
            <a:ext cx="4766124" cy="1612080"/>
          </a:xfrm>
          <a:prstGeom prst="roundRect">
            <a:avLst/>
          </a:prstGeom>
          <a:solidFill>
            <a:srgbClr val="EAF6FF"/>
          </a:solidFill>
          <a:ln w="19050">
            <a:solidFill>
              <a:srgbClr val="00B4D8"/>
            </a:solidFill>
            <a:prstDash val="solid"/>
          </a:ln>
        </p:spPr>
        <p:txBody>
          <a:bodyPr/>
          <a:lstStyle/>
          <a:p>
            <a:endParaRPr lang="ru-RU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1A04A2D4-C638-4DA7-AA99-2D7364221C1D}"/>
              </a:ext>
            </a:extLst>
          </p:cNvPr>
          <p:cNvSpPr/>
          <p:nvPr/>
        </p:nvSpPr>
        <p:spPr>
          <a:xfrm>
            <a:off x="829048" y="1678978"/>
            <a:ext cx="4342468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Скачать архив</a:t>
            </a:r>
            <a:endParaRPr lang="en-US" dirty="0"/>
          </a:p>
        </p:txBody>
      </p:sp>
      <p:sp>
        <p:nvSpPr>
          <p:cNvPr id="12" name="Text 5">
            <a:extLst>
              <a:ext uri="{FF2B5EF4-FFF2-40B4-BE49-F238E27FC236}">
                <a16:creationId xmlns:a16="http://schemas.microsoft.com/office/drawing/2014/main" id="{78EDC833-3BCE-4F59-BF7B-401478FBB584}"/>
              </a:ext>
            </a:extLst>
          </p:cNvPr>
          <p:cNvSpPr/>
          <p:nvPr/>
        </p:nvSpPr>
        <p:spPr>
          <a:xfrm>
            <a:off x="795557" y="1970793"/>
            <a:ext cx="4342468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radare2-6.1.6-w64.zip с GitHub Releases</a:t>
            </a:r>
            <a:endParaRPr lang="en-US" dirty="0"/>
          </a:p>
        </p:txBody>
      </p:sp>
      <p:sp>
        <p:nvSpPr>
          <p:cNvPr id="13" name="Shape 6">
            <a:extLst>
              <a:ext uri="{FF2B5EF4-FFF2-40B4-BE49-F238E27FC236}">
                <a16:creationId xmlns:a16="http://schemas.microsoft.com/office/drawing/2014/main" id="{C85924B7-EE02-4864-A4EB-3E1B260AEB8F}"/>
              </a:ext>
            </a:extLst>
          </p:cNvPr>
          <p:cNvSpPr/>
          <p:nvPr/>
        </p:nvSpPr>
        <p:spPr>
          <a:xfrm>
            <a:off x="583729" y="3184000"/>
            <a:ext cx="4766124" cy="1612080"/>
          </a:xfrm>
          <a:prstGeom prst="roundRect">
            <a:avLst/>
          </a:prstGeom>
          <a:solidFill>
            <a:srgbClr val="F0FF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BDB59863-8CA0-46E5-82A3-3A313F6BAEBC}"/>
              </a:ext>
            </a:extLst>
          </p:cNvPr>
          <p:cNvSpPr/>
          <p:nvPr/>
        </p:nvSpPr>
        <p:spPr>
          <a:xfrm>
            <a:off x="760088" y="3393693"/>
            <a:ext cx="4342468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Распаковать</a:t>
            </a:r>
            <a:endParaRPr lang="en-US" dirty="0"/>
          </a:p>
        </p:txBody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EC1CB72E-2249-4D8E-8D49-55AED9DC885D}"/>
              </a:ext>
            </a:extLst>
          </p:cNvPr>
          <p:cNvSpPr/>
          <p:nvPr/>
        </p:nvSpPr>
        <p:spPr>
          <a:xfrm>
            <a:off x="760088" y="3793577"/>
            <a:ext cx="4342468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папку без кириллицы (кириллица вызывает ошибки!)</a:t>
            </a:r>
            <a:endParaRPr lang="en-US" dirty="0"/>
          </a:p>
        </p:txBody>
      </p:sp>
      <p:sp>
        <p:nvSpPr>
          <p:cNvPr id="16" name="Shape 9">
            <a:extLst>
              <a:ext uri="{FF2B5EF4-FFF2-40B4-BE49-F238E27FC236}">
                <a16:creationId xmlns:a16="http://schemas.microsoft.com/office/drawing/2014/main" id="{8997B3E4-4884-458B-8FBF-777EE75073E1}"/>
              </a:ext>
            </a:extLst>
          </p:cNvPr>
          <p:cNvSpPr/>
          <p:nvPr/>
        </p:nvSpPr>
        <p:spPr>
          <a:xfrm>
            <a:off x="548260" y="4915870"/>
            <a:ext cx="4766124" cy="1612080"/>
          </a:xfrm>
          <a:prstGeom prst="roundRect">
            <a:avLst/>
          </a:prstGeom>
          <a:solidFill>
            <a:srgbClr val="EAF6FF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7" name="Text 10">
            <a:extLst>
              <a:ext uri="{FF2B5EF4-FFF2-40B4-BE49-F238E27FC236}">
                <a16:creationId xmlns:a16="http://schemas.microsoft.com/office/drawing/2014/main" id="{435EDF33-5DBC-4BEA-BA4A-41E7BF16CA12}"/>
              </a:ext>
            </a:extLst>
          </p:cNvPr>
          <p:cNvSpPr/>
          <p:nvPr/>
        </p:nvSpPr>
        <p:spPr>
          <a:xfrm>
            <a:off x="731140" y="5057933"/>
            <a:ext cx="4342468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Установить Decai</a:t>
            </a:r>
            <a:endParaRPr lang="en-US" dirty="0"/>
          </a:p>
        </p:txBody>
      </p:sp>
      <p:sp>
        <p:nvSpPr>
          <p:cNvPr id="18" name="Text 11">
            <a:extLst>
              <a:ext uri="{FF2B5EF4-FFF2-40B4-BE49-F238E27FC236}">
                <a16:creationId xmlns:a16="http://schemas.microsoft.com/office/drawing/2014/main" id="{3787C0FD-A3C0-49CE-AB55-2F661F3CD431}"/>
              </a:ext>
            </a:extLst>
          </p:cNvPr>
          <p:cNvSpPr/>
          <p:nvPr/>
        </p:nvSpPr>
        <p:spPr>
          <a:xfrm>
            <a:off x="731140" y="5399607"/>
            <a:ext cx="4342468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.\r2pm.exe -ci decai</a:t>
            </a:r>
            <a:endParaRPr lang="en-US" dirty="0"/>
          </a:p>
        </p:txBody>
      </p:sp>
      <p:sp>
        <p:nvSpPr>
          <p:cNvPr id="19" name="Shape 12">
            <a:extLst>
              <a:ext uri="{FF2B5EF4-FFF2-40B4-BE49-F238E27FC236}">
                <a16:creationId xmlns:a16="http://schemas.microsoft.com/office/drawing/2014/main" id="{B9D3DC8A-8047-42F2-8D40-538EF361A96B}"/>
              </a:ext>
            </a:extLst>
          </p:cNvPr>
          <p:cNvSpPr/>
          <p:nvPr/>
        </p:nvSpPr>
        <p:spPr>
          <a:xfrm>
            <a:off x="6257754" y="1453132"/>
            <a:ext cx="5096045" cy="1612080"/>
          </a:xfrm>
          <a:prstGeom prst="roundRect">
            <a:avLst/>
          </a:prstGeom>
          <a:solidFill>
            <a:srgbClr val="F0FFF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3">
            <a:extLst>
              <a:ext uri="{FF2B5EF4-FFF2-40B4-BE49-F238E27FC236}">
                <a16:creationId xmlns:a16="http://schemas.microsoft.com/office/drawing/2014/main" id="{30EDB4FE-2417-4594-B1C4-CA854A6C2EF9}"/>
              </a:ext>
            </a:extLst>
          </p:cNvPr>
          <p:cNvSpPr/>
          <p:nvPr/>
        </p:nvSpPr>
        <p:spPr>
          <a:xfrm>
            <a:off x="6484243" y="1678978"/>
            <a:ext cx="4643063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Установить Ollama</a:t>
            </a:r>
            <a:endParaRPr lang="en-US" dirty="0"/>
          </a:p>
        </p:txBody>
      </p:sp>
      <p:sp>
        <p:nvSpPr>
          <p:cNvPr id="21" name="Text 14">
            <a:extLst>
              <a:ext uri="{FF2B5EF4-FFF2-40B4-BE49-F238E27FC236}">
                <a16:creationId xmlns:a16="http://schemas.microsoft.com/office/drawing/2014/main" id="{9DABB3F8-6CB5-4D1A-A60B-3374559E74EE}"/>
              </a:ext>
            </a:extLst>
          </p:cNvPr>
          <p:cNvSpPr/>
          <p:nvPr/>
        </p:nvSpPr>
        <p:spPr>
          <a:xfrm>
            <a:off x="6450752" y="2051830"/>
            <a:ext cx="4643063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ollama.com/download → OllamaSetup.exe</a:t>
            </a:r>
            <a:endParaRPr lang="en-US" dirty="0"/>
          </a:p>
        </p:txBody>
      </p:sp>
      <p:sp>
        <p:nvSpPr>
          <p:cNvPr id="22" name="Shape 15">
            <a:extLst>
              <a:ext uri="{FF2B5EF4-FFF2-40B4-BE49-F238E27FC236}">
                <a16:creationId xmlns:a16="http://schemas.microsoft.com/office/drawing/2014/main" id="{6FE9D01C-023C-4EA3-B57C-30D01075554C}"/>
              </a:ext>
            </a:extLst>
          </p:cNvPr>
          <p:cNvSpPr/>
          <p:nvPr/>
        </p:nvSpPr>
        <p:spPr>
          <a:xfrm>
            <a:off x="6214141" y="3271295"/>
            <a:ext cx="5096045" cy="3437453"/>
          </a:xfrm>
          <a:prstGeom prst="roundRect">
            <a:avLst/>
          </a:prstGeom>
          <a:solidFill>
            <a:srgbClr val="FFF0F0"/>
          </a:solidFill>
          <a:ln w="19050">
            <a:solidFill>
              <a:srgbClr val="E05050"/>
            </a:solidFill>
            <a:prstDash val="solid"/>
          </a:ln>
        </p:spPr>
      </p:sp>
      <p:sp>
        <p:nvSpPr>
          <p:cNvPr id="23" name="Text 16">
            <a:extLst>
              <a:ext uri="{FF2B5EF4-FFF2-40B4-BE49-F238E27FC236}">
                <a16:creationId xmlns:a16="http://schemas.microsoft.com/office/drawing/2014/main" id="{52DCD5C7-04E6-4B26-9919-520A870BAD63}"/>
              </a:ext>
            </a:extLst>
          </p:cNvPr>
          <p:cNvSpPr/>
          <p:nvPr/>
        </p:nvSpPr>
        <p:spPr>
          <a:xfrm>
            <a:off x="6484243" y="3230938"/>
            <a:ext cx="4643063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C030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!. Проблема: rm</a:t>
            </a:r>
            <a:endParaRPr lang="en-US" dirty="0"/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73D21EE6-DECD-4EBB-894E-1711C386698F}"/>
              </a:ext>
            </a:extLst>
          </p:cNvPr>
          <p:cNvSpPr/>
          <p:nvPr/>
        </p:nvSpPr>
        <p:spPr>
          <a:xfrm>
            <a:off x="6450751" y="3587020"/>
            <a:ext cx="4643063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Decai использует Unix-команду rm — не работает в Windows</a:t>
            </a:r>
            <a:endParaRPr lang="en-US" dirty="0"/>
          </a:p>
        </p:txBody>
      </p:sp>
      <p:sp>
        <p:nvSpPr>
          <p:cNvPr id="26" name="Text 19">
            <a:extLst>
              <a:ext uri="{FF2B5EF4-FFF2-40B4-BE49-F238E27FC236}">
                <a16:creationId xmlns:a16="http://schemas.microsoft.com/office/drawing/2014/main" id="{B042CB39-1281-40FE-9698-8B6D63608CFD}"/>
              </a:ext>
            </a:extLst>
          </p:cNvPr>
          <p:cNvSpPr/>
          <p:nvPr/>
        </p:nvSpPr>
        <p:spPr>
          <a:xfrm>
            <a:off x="6484243" y="4647190"/>
            <a:ext cx="4643063" cy="5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✓. Решение</a:t>
            </a:r>
            <a:endParaRPr lang="en-US" dirty="0"/>
          </a:p>
        </p:txBody>
      </p:sp>
      <p:sp>
        <p:nvSpPr>
          <p:cNvPr id="27" name="Text 20">
            <a:extLst>
              <a:ext uri="{FF2B5EF4-FFF2-40B4-BE49-F238E27FC236}">
                <a16:creationId xmlns:a16="http://schemas.microsoft.com/office/drawing/2014/main" id="{913774D5-EB34-41F4-B00C-6D66D1586F9B}"/>
              </a:ext>
            </a:extLst>
          </p:cNvPr>
          <p:cNvSpPr/>
          <p:nvPr/>
        </p:nvSpPr>
        <p:spPr>
          <a:xfrm>
            <a:off x="6440633" y="5282698"/>
            <a:ext cx="4643063" cy="8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вызов curl.exe с временным файлом запроса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894488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4B1BB77-6F80-9B3A-1D88-CC296E7A9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9831"/>
            <a:ext cx="10515600" cy="132556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Анализируемая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</a:t>
            </a:r>
            <a:endParaRPr lang="en-US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6949D02F-ACDA-EF6F-F816-24FACD10A9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71915" y="6329190"/>
            <a:ext cx="2743200" cy="365125"/>
          </a:xfrm>
        </p:spPr>
        <p:txBody>
          <a:bodyPr/>
          <a:lstStyle/>
          <a:p>
            <a:fld id="{A93D2B9D-3E5A-4208-B841-6DCB29E9E020}" type="slidenum">
              <a:rPr lang="ru-RU" smtClean="0"/>
              <a:t>7</a:t>
            </a:fld>
            <a:endParaRPr lang="ru-RU"/>
          </a:p>
        </p:txBody>
      </p:sp>
      <p:sp>
        <p:nvSpPr>
          <p:cNvPr id="10" name="Text 2">
            <a:extLst>
              <a:ext uri="{FF2B5EF4-FFF2-40B4-BE49-F238E27FC236}">
                <a16:creationId xmlns:a16="http://schemas.microsoft.com/office/drawing/2014/main" id="{D8B22377-22D7-44CF-B567-7A0A1CF17B4A}"/>
              </a:ext>
            </a:extLst>
          </p:cNvPr>
          <p:cNvSpPr/>
          <p:nvPr/>
        </p:nvSpPr>
        <p:spPr>
          <a:xfrm>
            <a:off x="423864" y="2000084"/>
            <a:ext cx="2170130" cy="220088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EGOR.exe — перевод радиан в градусы, минуты, секунды</a:t>
            </a:r>
            <a:endParaRPr lang="en-US" dirty="0"/>
          </a:p>
        </p:txBody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9480966F-AAD7-43F2-908D-4AA8B7E1C9AE}"/>
              </a:ext>
            </a:extLst>
          </p:cNvPr>
          <p:cNvSpPr/>
          <p:nvPr/>
        </p:nvSpPr>
        <p:spPr>
          <a:xfrm>
            <a:off x="8918418" y="1382068"/>
            <a:ext cx="3684760" cy="3996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программы</a:t>
            </a:r>
            <a:endParaRPr lang="en-US" sz="1300" dirty="0"/>
          </a:p>
        </p:txBody>
      </p:sp>
      <p:sp>
        <p:nvSpPr>
          <p:cNvPr id="14" name="Shape 7">
            <a:extLst>
              <a:ext uri="{FF2B5EF4-FFF2-40B4-BE49-F238E27FC236}">
                <a16:creationId xmlns:a16="http://schemas.microsoft.com/office/drawing/2014/main" id="{B5405860-9CDC-439C-B24B-77BBA29071B7}"/>
              </a:ext>
            </a:extLst>
          </p:cNvPr>
          <p:cNvSpPr/>
          <p:nvPr/>
        </p:nvSpPr>
        <p:spPr>
          <a:xfrm>
            <a:off x="7944030" y="1824487"/>
            <a:ext cx="3684760" cy="707952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5" name="Text 8">
            <a:extLst>
              <a:ext uri="{FF2B5EF4-FFF2-40B4-BE49-F238E27FC236}">
                <a16:creationId xmlns:a16="http://schemas.microsoft.com/office/drawing/2014/main" id="{1573FB22-1DD6-4F4E-9E15-CB2625E60C21}"/>
              </a:ext>
            </a:extLst>
          </p:cNvPr>
          <p:cNvSpPr/>
          <p:nvPr/>
        </p:nvSpPr>
        <p:spPr>
          <a:xfrm>
            <a:off x="8040999" y="2000084"/>
            <a:ext cx="1551478" cy="319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fun_scan()</a:t>
            </a:r>
            <a:endParaRPr lang="en-US" dirty="0"/>
          </a:p>
        </p:txBody>
      </p:sp>
      <p:sp>
        <p:nvSpPr>
          <p:cNvPr id="16" name="Text 9">
            <a:extLst>
              <a:ext uri="{FF2B5EF4-FFF2-40B4-BE49-F238E27FC236}">
                <a16:creationId xmlns:a16="http://schemas.microsoft.com/office/drawing/2014/main" id="{08F4B4F5-7F2C-4466-8BB4-D89AB7E23274}"/>
              </a:ext>
            </a:extLst>
          </p:cNvPr>
          <p:cNvSpPr/>
          <p:nvPr/>
        </p:nvSpPr>
        <p:spPr>
          <a:xfrm>
            <a:off x="8040998" y="2256115"/>
            <a:ext cx="3490825" cy="28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Чтение угла с клавиатуры</a:t>
            </a:r>
            <a:endParaRPr lang="en-US" dirty="0"/>
          </a:p>
        </p:txBody>
      </p:sp>
      <p:sp>
        <p:nvSpPr>
          <p:cNvPr id="18" name="Shape 10">
            <a:extLst>
              <a:ext uri="{FF2B5EF4-FFF2-40B4-BE49-F238E27FC236}">
                <a16:creationId xmlns:a16="http://schemas.microsoft.com/office/drawing/2014/main" id="{8C613A78-C49C-406C-996D-76FBD0CD57FD}"/>
              </a:ext>
            </a:extLst>
          </p:cNvPr>
          <p:cNvSpPr/>
          <p:nvPr/>
        </p:nvSpPr>
        <p:spPr>
          <a:xfrm>
            <a:off x="7955088" y="2701580"/>
            <a:ext cx="3684760" cy="816438"/>
          </a:xfrm>
          <a:prstGeom prst="roundRect">
            <a:avLst/>
          </a:prstGeom>
          <a:solidFill>
            <a:srgbClr val="F0FF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9" name="Text 11">
            <a:extLst>
              <a:ext uri="{FF2B5EF4-FFF2-40B4-BE49-F238E27FC236}">
                <a16:creationId xmlns:a16="http://schemas.microsoft.com/office/drawing/2014/main" id="{FFB3A270-4DA9-406E-A828-E4DA4C4664EA}"/>
              </a:ext>
            </a:extLst>
          </p:cNvPr>
          <p:cNvSpPr/>
          <p:nvPr/>
        </p:nvSpPr>
        <p:spPr>
          <a:xfrm>
            <a:off x="8046528" y="2837498"/>
            <a:ext cx="2330848" cy="20225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fun_degrees()</a:t>
            </a:r>
            <a:endParaRPr lang="en-US" dirty="0"/>
          </a:p>
        </p:txBody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7137BE1E-1FB3-456B-A496-9D442F6E7C4E}"/>
              </a:ext>
            </a:extLst>
          </p:cNvPr>
          <p:cNvSpPr/>
          <p:nvPr/>
        </p:nvSpPr>
        <p:spPr>
          <a:xfrm>
            <a:off x="8046527" y="3093529"/>
            <a:ext cx="3490825" cy="28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в градусы</a:t>
            </a:r>
            <a:endParaRPr lang="en-US" dirty="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C7EBD504-A294-4D5C-BBF9-DBD745297D82}"/>
              </a:ext>
            </a:extLst>
          </p:cNvPr>
          <p:cNvSpPr/>
          <p:nvPr/>
        </p:nvSpPr>
        <p:spPr>
          <a:xfrm>
            <a:off x="7955088" y="3571794"/>
            <a:ext cx="3684760" cy="850089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4">
            <a:extLst>
              <a:ext uri="{FF2B5EF4-FFF2-40B4-BE49-F238E27FC236}">
                <a16:creationId xmlns:a16="http://schemas.microsoft.com/office/drawing/2014/main" id="{011B96F2-CD33-42B2-A8FD-088342C36F22}"/>
              </a:ext>
            </a:extLst>
          </p:cNvPr>
          <p:cNvSpPr/>
          <p:nvPr/>
        </p:nvSpPr>
        <p:spPr>
          <a:xfrm>
            <a:off x="8046527" y="3741363"/>
            <a:ext cx="2330849" cy="139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fun_minutes()</a:t>
            </a:r>
            <a:endParaRPr lang="en-US" dirty="0"/>
          </a:p>
        </p:txBody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BD47CFC3-5FA1-435C-9FB1-0FEE81C7EA56}"/>
              </a:ext>
            </a:extLst>
          </p:cNvPr>
          <p:cNvSpPr/>
          <p:nvPr/>
        </p:nvSpPr>
        <p:spPr>
          <a:xfrm>
            <a:off x="8046527" y="3997394"/>
            <a:ext cx="3490825" cy="28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в минуты</a:t>
            </a:r>
            <a:endParaRPr lang="en-US" dirty="0"/>
          </a:p>
        </p:txBody>
      </p:sp>
      <p:sp>
        <p:nvSpPr>
          <p:cNvPr id="24" name="Shape 16">
            <a:extLst>
              <a:ext uri="{FF2B5EF4-FFF2-40B4-BE49-F238E27FC236}">
                <a16:creationId xmlns:a16="http://schemas.microsoft.com/office/drawing/2014/main" id="{687427E8-73DA-4BD4-AC71-806A8A65AA41}"/>
              </a:ext>
            </a:extLst>
          </p:cNvPr>
          <p:cNvSpPr/>
          <p:nvPr/>
        </p:nvSpPr>
        <p:spPr>
          <a:xfrm>
            <a:off x="7955088" y="4448887"/>
            <a:ext cx="3684760" cy="850089"/>
          </a:xfrm>
          <a:prstGeom prst="roundRect">
            <a:avLst/>
          </a:prstGeom>
          <a:solidFill>
            <a:srgbClr val="F0FFF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17">
            <a:extLst>
              <a:ext uri="{FF2B5EF4-FFF2-40B4-BE49-F238E27FC236}">
                <a16:creationId xmlns:a16="http://schemas.microsoft.com/office/drawing/2014/main" id="{926C3178-6251-4366-A51D-0B6C24C3B61C}"/>
              </a:ext>
            </a:extLst>
          </p:cNvPr>
          <p:cNvSpPr/>
          <p:nvPr/>
        </p:nvSpPr>
        <p:spPr>
          <a:xfrm>
            <a:off x="8046528" y="4618456"/>
            <a:ext cx="2330848" cy="1390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fun_seconds()</a:t>
            </a:r>
            <a:endParaRPr lang="en-US" dirty="0"/>
          </a:p>
        </p:txBody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0F99650E-D301-4715-AB38-BE253F9F0271}"/>
              </a:ext>
            </a:extLst>
          </p:cNvPr>
          <p:cNvSpPr/>
          <p:nvPr/>
        </p:nvSpPr>
        <p:spPr>
          <a:xfrm>
            <a:off x="8046527" y="4874487"/>
            <a:ext cx="3490825" cy="28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Перевод в секунды</a:t>
            </a:r>
            <a:endParaRPr lang="en-US" dirty="0"/>
          </a:p>
        </p:txBody>
      </p:sp>
      <p:sp>
        <p:nvSpPr>
          <p:cNvPr id="27" name="Shape 19">
            <a:extLst>
              <a:ext uri="{FF2B5EF4-FFF2-40B4-BE49-F238E27FC236}">
                <a16:creationId xmlns:a16="http://schemas.microsoft.com/office/drawing/2014/main" id="{947BA4D2-7CD9-4B94-B3A7-46FC9B3AC872}"/>
              </a:ext>
            </a:extLst>
          </p:cNvPr>
          <p:cNvSpPr/>
          <p:nvPr/>
        </p:nvSpPr>
        <p:spPr>
          <a:xfrm>
            <a:off x="7944030" y="5415983"/>
            <a:ext cx="3684760" cy="990859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8" name="Text 20">
            <a:extLst>
              <a:ext uri="{FF2B5EF4-FFF2-40B4-BE49-F238E27FC236}">
                <a16:creationId xmlns:a16="http://schemas.microsoft.com/office/drawing/2014/main" id="{E22AB6B3-0C97-4240-BD8F-5F4EAC69B337}"/>
              </a:ext>
            </a:extLst>
          </p:cNvPr>
          <p:cNvSpPr/>
          <p:nvPr/>
        </p:nvSpPr>
        <p:spPr>
          <a:xfrm>
            <a:off x="8306745" y="5455870"/>
            <a:ext cx="1551478" cy="319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F34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main()</a:t>
            </a:r>
            <a:endParaRPr lang="en-US" dirty="0"/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8037AD76-0576-471C-85E2-156B79FD4234}"/>
              </a:ext>
            </a:extLst>
          </p:cNvPr>
          <p:cNvSpPr/>
          <p:nvPr/>
        </p:nvSpPr>
        <p:spPr>
          <a:xfrm>
            <a:off x="8149023" y="5705443"/>
            <a:ext cx="3490825" cy="28546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результатов</a:t>
            </a:r>
            <a:endParaRPr lang="en-US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A0FE7B28-C986-4C03-876F-6C5DB8A3D771}"/>
              </a:ext>
            </a:extLst>
          </p:cNvPr>
          <p:cNvSpPr txBox="1"/>
          <p:nvPr/>
        </p:nvSpPr>
        <p:spPr>
          <a:xfrm>
            <a:off x="238059" y="2172248"/>
            <a:ext cx="630121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400" b="1" dirty="0" err="1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Исходный</a:t>
            </a:r>
            <a:r>
              <a:rPr lang="en-US" sz="2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r>
              <a:rPr lang="en-US" sz="24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(C++)</a:t>
            </a:r>
            <a:endParaRPr lang="en-US" sz="2400" dirty="0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94D6401-D7D6-4015-B294-748E993EDE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471" y="1248302"/>
            <a:ext cx="4081660" cy="54933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00781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TextBox 27">
            <a:extLst>
              <a:ext uri="{FF2B5EF4-FFF2-40B4-BE49-F238E27FC236}">
                <a16:creationId xmlns:a16="http://schemas.microsoft.com/office/drawing/2014/main" id="{3B1177DB-0E82-4FAD-B22E-7BB4E6189E19}"/>
              </a:ext>
            </a:extLst>
          </p:cNvPr>
          <p:cNvSpPr txBox="1"/>
          <p:nvPr/>
        </p:nvSpPr>
        <p:spPr>
          <a:xfrm>
            <a:off x="591645" y="331381"/>
            <a:ext cx="609750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20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Анализ</a:t>
            </a:r>
            <a:r>
              <a:rPr lang="en-US" sz="20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в Radare2</a:t>
            </a:r>
            <a:endParaRPr lang="en-US" sz="2000" dirty="0"/>
          </a:p>
        </p:txBody>
      </p:sp>
      <p:sp>
        <p:nvSpPr>
          <p:cNvPr id="29" name="Text 2">
            <a:extLst>
              <a:ext uri="{FF2B5EF4-FFF2-40B4-BE49-F238E27FC236}">
                <a16:creationId xmlns:a16="http://schemas.microsoft.com/office/drawing/2014/main" id="{50FF5C80-5375-43B6-A4B4-910F355FA38F}"/>
              </a:ext>
            </a:extLst>
          </p:cNvPr>
          <p:cNvSpPr/>
          <p:nvPr/>
        </p:nvSpPr>
        <p:spPr>
          <a:xfrm>
            <a:off x="292881" y="1469837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 и результат автоанализа</a:t>
            </a:r>
            <a:endParaRPr lang="en-US" b="1" dirty="0"/>
          </a:p>
        </p:txBody>
      </p:sp>
      <p:sp>
        <p:nvSpPr>
          <p:cNvPr id="30" name="Shape 4">
            <a:extLst>
              <a:ext uri="{FF2B5EF4-FFF2-40B4-BE49-F238E27FC236}">
                <a16:creationId xmlns:a16="http://schemas.microsoft.com/office/drawing/2014/main" id="{A54D9FC2-D1E5-489A-BD8D-E56136A5355F}"/>
              </a:ext>
            </a:extLst>
          </p:cNvPr>
          <p:cNvSpPr/>
          <p:nvPr/>
        </p:nvSpPr>
        <p:spPr>
          <a:xfrm>
            <a:off x="134155" y="1963544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929C1636-E942-4645-A62E-117A52F6E742}"/>
              </a:ext>
            </a:extLst>
          </p:cNvPr>
          <p:cNvSpPr/>
          <p:nvPr/>
        </p:nvSpPr>
        <p:spPr>
          <a:xfrm>
            <a:off x="179875" y="1981832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.\radare2.exe C:\EGOR.exe</a:t>
            </a:r>
            <a:endParaRPr lang="en-US" sz="1000" dirty="0"/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E3B41564-BAF3-4DC5-A5C1-5B0087B92DD9}"/>
              </a:ext>
            </a:extLst>
          </p:cNvPr>
          <p:cNvSpPr/>
          <p:nvPr/>
        </p:nvSpPr>
        <p:spPr>
          <a:xfrm>
            <a:off x="2785915" y="1981832"/>
            <a:ext cx="1944684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Открыть файл</a:t>
            </a:r>
            <a:endParaRPr lang="en-US" dirty="0"/>
          </a:p>
        </p:txBody>
      </p:sp>
      <p:sp>
        <p:nvSpPr>
          <p:cNvPr id="33" name="Shape 7">
            <a:extLst>
              <a:ext uri="{FF2B5EF4-FFF2-40B4-BE49-F238E27FC236}">
                <a16:creationId xmlns:a16="http://schemas.microsoft.com/office/drawing/2014/main" id="{4626B758-3C23-4D6A-BF41-EADBB287B28F}"/>
              </a:ext>
            </a:extLst>
          </p:cNvPr>
          <p:cNvSpPr/>
          <p:nvPr/>
        </p:nvSpPr>
        <p:spPr>
          <a:xfrm>
            <a:off x="134155" y="2508102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23EE3F42-3C71-4C64-ACAC-5F966356EFEA}"/>
              </a:ext>
            </a:extLst>
          </p:cNvPr>
          <p:cNvSpPr/>
          <p:nvPr/>
        </p:nvSpPr>
        <p:spPr>
          <a:xfrm>
            <a:off x="179875" y="2526390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aa</a:t>
            </a:r>
            <a:endParaRPr lang="en-US" sz="1000" dirty="0"/>
          </a:p>
        </p:txBody>
      </p:sp>
      <p:sp>
        <p:nvSpPr>
          <p:cNvPr id="35" name="Text 9">
            <a:extLst>
              <a:ext uri="{FF2B5EF4-FFF2-40B4-BE49-F238E27FC236}">
                <a16:creationId xmlns:a16="http://schemas.microsoft.com/office/drawing/2014/main" id="{8EF04592-5590-4218-BC1F-D05452938515}"/>
              </a:ext>
            </a:extLst>
          </p:cNvPr>
          <p:cNvSpPr/>
          <p:nvPr/>
        </p:nvSpPr>
        <p:spPr>
          <a:xfrm>
            <a:off x="2609207" y="2564049"/>
            <a:ext cx="2868007" cy="29037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Автоанализ (функции, символы)</a:t>
            </a:r>
            <a:endParaRPr lang="en-US" dirty="0"/>
          </a:p>
        </p:txBody>
      </p:sp>
      <p:sp>
        <p:nvSpPr>
          <p:cNvPr id="36" name="Shape 10">
            <a:extLst>
              <a:ext uri="{FF2B5EF4-FFF2-40B4-BE49-F238E27FC236}">
                <a16:creationId xmlns:a16="http://schemas.microsoft.com/office/drawing/2014/main" id="{F2474C93-729E-4B99-9021-BD1D6D07D9D6}"/>
              </a:ext>
            </a:extLst>
          </p:cNvPr>
          <p:cNvSpPr/>
          <p:nvPr/>
        </p:nvSpPr>
        <p:spPr>
          <a:xfrm>
            <a:off x="107771" y="3065506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022B8B25-6CAA-4B0E-A6C4-83297F98D9E2}"/>
              </a:ext>
            </a:extLst>
          </p:cNvPr>
          <p:cNvSpPr/>
          <p:nvPr/>
        </p:nvSpPr>
        <p:spPr>
          <a:xfrm>
            <a:off x="153491" y="3083794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afl</a:t>
            </a:r>
            <a:endParaRPr lang="en-US" sz="1000" dirty="0"/>
          </a:p>
        </p:txBody>
      </p:sp>
      <p:sp>
        <p:nvSpPr>
          <p:cNvPr id="38" name="Text 12">
            <a:extLst>
              <a:ext uri="{FF2B5EF4-FFF2-40B4-BE49-F238E27FC236}">
                <a16:creationId xmlns:a16="http://schemas.microsoft.com/office/drawing/2014/main" id="{B7EDD248-709A-46C0-9DC5-B617CD6C5224}"/>
              </a:ext>
            </a:extLst>
          </p:cNvPr>
          <p:cNvSpPr/>
          <p:nvPr/>
        </p:nvSpPr>
        <p:spPr>
          <a:xfrm>
            <a:off x="2759530" y="3083794"/>
            <a:ext cx="2418148" cy="31977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Список найденных функций</a:t>
            </a:r>
            <a:endParaRPr lang="en-US" dirty="0"/>
          </a:p>
        </p:txBody>
      </p:sp>
      <p:sp>
        <p:nvSpPr>
          <p:cNvPr id="39" name="Shape 13">
            <a:extLst>
              <a:ext uri="{FF2B5EF4-FFF2-40B4-BE49-F238E27FC236}">
                <a16:creationId xmlns:a16="http://schemas.microsoft.com/office/drawing/2014/main" id="{11D7796E-59E4-4915-BB88-2C6BBED8C25E}"/>
              </a:ext>
            </a:extLst>
          </p:cNvPr>
          <p:cNvSpPr/>
          <p:nvPr/>
        </p:nvSpPr>
        <p:spPr>
          <a:xfrm>
            <a:off x="95258" y="3613315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43EC93A1-CC65-49AB-8623-F3E8B3ED4A25}"/>
              </a:ext>
            </a:extLst>
          </p:cNvPr>
          <p:cNvSpPr/>
          <p:nvPr/>
        </p:nvSpPr>
        <p:spPr>
          <a:xfrm>
            <a:off x="140978" y="3631603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 fcn.140012490</a:t>
            </a:r>
            <a:endParaRPr lang="en-US" sz="1000" dirty="0"/>
          </a:p>
        </p:txBody>
      </p:sp>
      <p:sp>
        <p:nvSpPr>
          <p:cNvPr id="41" name="Text 15">
            <a:extLst>
              <a:ext uri="{FF2B5EF4-FFF2-40B4-BE49-F238E27FC236}">
                <a16:creationId xmlns:a16="http://schemas.microsoft.com/office/drawing/2014/main" id="{D4702867-13A7-4FDA-A495-75C93233CF6F}"/>
              </a:ext>
            </a:extLst>
          </p:cNvPr>
          <p:cNvSpPr/>
          <p:nvPr/>
        </p:nvSpPr>
        <p:spPr>
          <a:xfrm>
            <a:off x="2747018" y="3631603"/>
            <a:ext cx="1944684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Перейти к main</a:t>
            </a:r>
            <a:endParaRPr lang="en-US" dirty="0"/>
          </a:p>
        </p:txBody>
      </p:sp>
      <p:sp>
        <p:nvSpPr>
          <p:cNvPr id="42" name="Shape 16">
            <a:extLst>
              <a:ext uri="{FF2B5EF4-FFF2-40B4-BE49-F238E27FC236}">
                <a16:creationId xmlns:a16="http://schemas.microsoft.com/office/drawing/2014/main" id="{CC70DEDD-7BAB-4B37-9B84-EBE1BA28FF7E}"/>
              </a:ext>
            </a:extLst>
          </p:cNvPr>
          <p:cNvSpPr/>
          <p:nvPr/>
        </p:nvSpPr>
        <p:spPr>
          <a:xfrm>
            <a:off x="95258" y="4174452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5BD85552-8D26-4A7A-8130-A98BE8C60C81}"/>
              </a:ext>
            </a:extLst>
          </p:cNvPr>
          <p:cNvSpPr/>
          <p:nvPr/>
        </p:nvSpPr>
        <p:spPr>
          <a:xfrm>
            <a:off x="140978" y="4192740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 -e api=ollama</a:t>
            </a:r>
            <a:endParaRPr lang="en-US" sz="1000" dirty="0"/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CC403F7C-67F5-43D1-9D4F-C8D14245DD28}"/>
              </a:ext>
            </a:extLst>
          </p:cNvPr>
          <p:cNvSpPr/>
          <p:nvPr/>
        </p:nvSpPr>
        <p:spPr>
          <a:xfrm>
            <a:off x="2747018" y="4192740"/>
            <a:ext cx="1944684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Выбрать AI-бэкенд</a:t>
            </a:r>
            <a:endParaRPr lang="en-US" dirty="0"/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8C2B6AA8-D94E-4944-8932-EF19C30B5FFC}"/>
              </a:ext>
            </a:extLst>
          </p:cNvPr>
          <p:cNvSpPr/>
          <p:nvPr/>
        </p:nvSpPr>
        <p:spPr>
          <a:xfrm>
            <a:off x="95258" y="4776489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B37171DF-E30D-42B0-945F-7B643D834F7B}"/>
              </a:ext>
            </a:extLst>
          </p:cNvPr>
          <p:cNvSpPr/>
          <p:nvPr/>
        </p:nvSpPr>
        <p:spPr>
          <a:xfrm>
            <a:off x="140978" y="4794777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 -e model=qwen2.5-coder:3b</a:t>
            </a:r>
            <a:endParaRPr lang="en-US" sz="1000" dirty="0"/>
          </a:p>
        </p:txBody>
      </p:sp>
      <p:sp>
        <p:nvSpPr>
          <p:cNvPr id="47" name="Text 21">
            <a:extLst>
              <a:ext uri="{FF2B5EF4-FFF2-40B4-BE49-F238E27FC236}">
                <a16:creationId xmlns:a16="http://schemas.microsoft.com/office/drawing/2014/main" id="{DFB7900F-347F-4932-A7F7-C6D97AC73F59}"/>
              </a:ext>
            </a:extLst>
          </p:cNvPr>
          <p:cNvSpPr/>
          <p:nvPr/>
        </p:nvSpPr>
        <p:spPr>
          <a:xfrm>
            <a:off x="2747018" y="4794777"/>
            <a:ext cx="1944684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Выбрать модель</a:t>
            </a:r>
            <a:endParaRPr lang="en-US" dirty="0"/>
          </a:p>
        </p:txBody>
      </p:sp>
      <p:sp>
        <p:nvSpPr>
          <p:cNvPr id="48" name="Shape 22">
            <a:extLst>
              <a:ext uri="{FF2B5EF4-FFF2-40B4-BE49-F238E27FC236}">
                <a16:creationId xmlns:a16="http://schemas.microsoft.com/office/drawing/2014/main" id="{5B60711A-7387-42EE-BBE0-1879DC9025D2}"/>
              </a:ext>
            </a:extLst>
          </p:cNvPr>
          <p:cNvSpPr/>
          <p:nvPr/>
        </p:nvSpPr>
        <p:spPr>
          <a:xfrm>
            <a:off x="95258" y="5388163"/>
            <a:ext cx="2475052" cy="413367"/>
          </a:xfrm>
          <a:prstGeom prst="rect">
            <a:avLst/>
          </a:prstGeom>
          <a:solidFill>
            <a:srgbClr val="1E1E1E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49" name="Text 23">
            <a:extLst>
              <a:ext uri="{FF2B5EF4-FFF2-40B4-BE49-F238E27FC236}">
                <a16:creationId xmlns:a16="http://schemas.microsoft.com/office/drawing/2014/main" id="{32D4DE82-CF42-4732-9DA8-48EE61109DB7}"/>
              </a:ext>
            </a:extLst>
          </p:cNvPr>
          <p:cNvSpPr/>
          <p:nvPr/>
        </p:nvSpPr>
        <p:spPr>
          <a:xfrm>
            <a:off x="140978" y="5406451"/>
            <a:ext cx="2386658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0FF8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decai -d</a:t>
            </a:r>
            <a:endParaRPr lang="en-US" sz="1000" dirty="0"/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C7ACCD2C-E38C-47AA-AC67-252848BD488F}"/>
              </a:ext>
            </a:extLst>
          </p:cNvPr>
          <p:cNvSpPr/>
          <p:nvPr/>
        </p:nvSpPr>
        <p:spPr>
          <a:xfrm>
            <a:off x="2747018" y="5406451"/>
            <a:ext cx="1944684" cy="37399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Запустить декомпиляцию</a:t>
            </a:r>
            <a:endParaRPr lang="en-US" dirty="0"/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98887362-0A25-4B9C-8718-A84AC9CA7121}"/>
              </a:ext>
            </a:extLst>
          </p:cNvPr>
          <p:cNvSpPr/>
          <p:nvPr/>
        </p:nvSpPr>
        <p:spPr>
          <a:xfrm>
            <a:off x="6658737" y="1393056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Скриншот: вывод команды afl</a:t>
            </a:r>
            <a:endParaRPr lang="en-US" dirty="0"/>
          </a:p>
        </p:txBody>
      </p:sp>
      <p:sp>
        <p:nvSpPr>
          <p:cNvPr id="52" name="Text 26">
            <a:extLst>
              <a:ext uri="{FF2B5EF4-FFF2-40B4-BE49-F238E27FC236}">
                <a16:creationId xmlns:a16="http://schemas.microsoft.com/office/drawing/2014/main" id="{72577A9B-2B9F-494F-A490-19771DA0C17C}"/>
              </a:ext>
            </a:extLst>
          </p:cNvPr>
          <p:cNvSpPr/>
          <p:nvPr/>
        </p:nvSpPr>
        <p:spPr>
          <a:xfrm>
            <a:off x="6830841" y="5912094"/>
            <a:ext cx="3931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Найдено 4 функции, главная — fcn.140012490 (367 байт, 21 базовый блок)</a:t>
            </a:r>
            <a:endParaRPr lang="en-US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549798A-1BD2-4725-823C-BBD587B7F51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165" y="1963544"/>
            <a:ext cx="6919064" cy="38091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3841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DB83984-150B-6FE3-1BB8-09A97230F8CB}"/>
              </a:ext>
            </a:extLst>
          </p:cNvPr>
          <p:cNvSpPr>
            <a:spLocks noGrp="1"/>
          </p:cNvSpPr>
          <p:nvPr/>
        </p:nvSpPr>
        <p:spPr>
          <a:xfrm>
            <a:off x="499766" y="1175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Дизассемблер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main</a:t>
            </a:r>
            <a:endParaRPr lang="en-US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0EA1F0-360E-890B-F1DB-035802E0ED53}"/>
              </a:ext>
            </a:extLst>
          </p:cNvPr>
          <p:cNvSpPr>
            <a:spLocks noGrp="1"/>
          </p:cNvSpPr>
          <p:nvPr/>
        </p:nvSpPr>
        <p:spPr>
          <a:xfrm>
            <a:off x="8634305" y="62849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9</a:t>
            </a:fld>
            <a:endParaRPr lang="ru-RU" dirty="0"/>
          </a:p>
        </p:txBody>
      </p:sp>
      <p:sp>
        <p:nvSpPr>
          <p:cNvPr id="38" name="Объект 5">
            <a:extLst>
              <a:ext uri="{FF2B5EF4-FFF2-40B4-BE49-F238E27FC236}">
                <a16:creationId xmlns:a16="http://schemas.microsoft.com/office/drawing/2014/main" id="{3E1DC2BC-DAAE-4D1A-9F8F-B920F0DC0458}"/>
              </a:ext>
            </a:extLst>
          </p:cNvPr>
          <p:cNvSpPr>
            <a:spLocks noGrp="1"/>
          </p:cNvSpPr>
          <p:nvPr/>
        </p:nvSpPr>
        <p:spPr>
          <a:xfrm flipH="1">
            <a:off x="11937624" y="6475632"/>
            <a:ext cx="554394" cy="2802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A66D73-6D7C-44F8-99F2-20F99A5733F7}"/>
              </a:ext>
            </a:extLst>
          </p:cNvPr>
          <p:cNvSpPr txBox="1"/>
          <p:nvPr/>
        </p:nvSpPr>
        <p:spPr>
          <a:xfrm>
            <a:off x="553658" y="1148450"/>
            <a:ext cx="624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pdf —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ассемблерный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endParaRPr 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5552AF-82E1-4927-B830-2E73D2379F6F}"/>
              </a:ext>
            </a:extLst>
          </p:cNvPr>
          <p:cNvSpPr txBox="1"/>
          <p:nvPr/>
        </p:nvSpPr>
        <p:spPr>
          <a:xfrm>
            <a:off x="560044" y="1461971"/>
            <a:ext cx="624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s fcn.140012490 → pdf</a:t>
            </a:r>
            <a:endParaRPr lang="en-US" sz="1800" dirty="0"/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40818E90-1C6B-4BF5-BE96-AB753013EF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7131" y="1831303"/>
            <a:ext cx="5563376" cy="4744112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85F7980D-18FA-4343-9265-906DE6380A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839" b="55969"/>
          <a:stretch>
            <a:fillRect/>
          </a:stretch>
        </p:blipFill>
        <p:spPr>
          <a:xfrm>
            <a:off x="5764052" y="1831303"/>
            <a:ext cx="6459740" cy="3878247"/>
          </a:xfrm>
          <a:prstGeom prst="rect">
            <a:avLst/>
          </a:prstGeom>
        </p:spPr>
      </p:pic>
      <p:sp>
        <p:nvSpPr>
          <p:cNvPr id="41" name="TextBox 40">
            <a:extLst>
              <a:ext uri="{FF2B5EF4-FFF2-40B4-BE49-F238E27FC236}">
                <a16:creationId xmlns:a16="http://schemas.microsoft.com/office/drawing/2014/main" id="{3E008F9B-D915-44C4-A82C-F50C4D985865}"/>
              </a:ext>
            </a:extLst>
          </p:cNvPr>
          <p:cNvSpPr txBox="1"/>
          <p:nvPr/>
        </p:nvSpPr>
        <p:spPr>
          <a:xfrm>
            <a:off x="5767979" y="5763447"/>
            <a:ext cx="5141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Radare2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отображает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опкоды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мнемоники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x86-64 и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переходов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стрелки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слева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4888152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717" y="228601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(CFG)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10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0AD77E8-54D0-4C81-8264-F5C4A5CB39A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7196" y="967998"/>
            <a:ext cx="3863782" cy="585216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3F9434C-645B-4D21-90E9-D78ED4A15D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6081" y="1090736"/>
            <a:ext cx="5470202" cy="5729422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092DD73-DC3A-4BCE-842E-4967C5806D1C}"/>
              </a:ext>
            </a:extLst>
          </p:cNvPr>
          <p:cNvSpPr txBox="1"/>
          <p:nvPr/>
        </p:nvSpPr>
        <p:spPr>
          <a:xfrm>
            <a:off x="155717" y="3108098"/>
            <a:ext cx="210016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показывает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21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базовый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блок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fcn.140012490 и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переходы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между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ними</a:t>
            </a:r>
            <a:endParaRPr lang="en-US" sz="1800" i="1" dirty="0"/>
          </a:p>
        </p:txBody>
      </p:sp>
    </p:spTree>
    <p:extLst>
      <p:ext uri="{BB962C8B-B14F-4D97-AF65-F5344CB8AC3E}">
        <p14:creationId xmlns:p14="http://schemas.microsoft.com/office/powerpoint/2010/main" val="25726692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97854" y="136525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(CFG)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11</a:t>
            </a:fld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092DD73-DC3A-4BCE-842E-4967C5806D1C}"/>
              </a:ext>
            </a:extLst>
          </p:cNvPr>
          <p:cNvSpPr txBox="1"/>
          <p:nvPr/>
        </p:nvSpPr>
        <p:spPr>
          <a:xfrm>
            <a:off x="392730" y="6445528"/>
            <a:ext cx="97906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показывает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21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базовый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блок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fcn.140012490 и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переходы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между</a:t>
            </a:r>
            <a:r>
              <a:rPr lang="en-US" sz="1800" i="1" dirty="0"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i="1" dirty="0" err="1">
                <a:ea typeface="Calibri" pitchFamily="34" charset="-122"/>
                <a:cs typeface="Calibri" pitchFamily="34" charset="-120"/>
              </a:rPr>
              <a:t>ними</a:t>
            </a:r>
            <a:endParaRPr lang="en-US" sz="1800" i="1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71A8C9B7-585C-421D-9C03-AEBD96D85F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640" b="37662"/>
          <a:stretch>
            <a:fillRect/>
          </a:stretch>
        </p:blipFill>
        <p:spPr>
          <a:xfrm>
            <a:off x="674730" y="678151"/>
            <a:ext cx="5156790" cy="5860761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29D65ACF-9FEC-46E3-BF8A-F39ADC5CAE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4228" y="-96646"/>
            <a:ext cx="5505001" cy="6635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667734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4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AI-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декомпиляцииa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12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86AC23-2C5A-466A-AC35-C75DBC386545}"/>
              </a:ext>
            </a:extLst>
          </p:cNvPr>
          <p:cNvSpPr txBox="1"/>
          <p:nvPr/>
        </p:nvSpPr>
        <p:spPr>
          <a:xfrm>
            <a:off x="574124" y="91714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qwen2.5-coder:3b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восстановила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структуру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кода</a:t>
            </a:r>
            <a:endParaRPr lang="en-US" sz="18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EFE569A-662A-4A72-94FB-13277DA002E4}"/>
              </a:ext>
            </a:extLst>
          </p:cNvPr>
          <p:cNvSpPr txBox="1"/>
          <p:nvPr/>
        </p:nvSpPr>
        <p:spPr>
          <a:xfrm>
            <a:off x="574124" y="1234446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Скриншот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ответа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931DC65C-4157-4600-BF29-C4794B5BEE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4124" y="1832384"/>
            <a:ext cx="11389260" cy="235501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337B9A31-0F05-4248-BEB3-BA81481D1145}"/>
              </a:ext>
            </a:extLst>
          </p:cNvPr>
          <p:cNvSpPr txBox="1"/>
          <p:nvPr/>
        </p:nvSpPr>
        <p:spPr>
          <a:xfrm>
            <a:off x="459464" y="4352831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Что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сделал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AI:</a:t>
            </a:r>
            <a:endParaRPr lang="en-US" sz="18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4BF800A-875F-4424-A4FB-FF5BA0FBA13A}"/>
              </a:ext>
            </a:extLst>
          </p:cNvPr>
          <p:cNvSpPr txBox="1"/>
          <p:nvPr/>
        </p:nvSpPr>
        <p:spPr>
          <a:xfrm>
            <a:off x="459464" y="4785335"/>
            <a:ext cx="609750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SzPct val="100000"/>
              <a:buChar char="•"/>
            </a:pP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Восстановил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структуру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main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машинного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кода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Заменил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goto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структурированный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(if/else)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Распознал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вызовы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функций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аргументы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Вывел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типы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переменных</a:t>
            </a: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(int, void*, double)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32475507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E4DF149-3A54-4EBD-9205-A0B561DA64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err="1"/>
              <a:t>Востоновление</a:t>
            </a:r>
            <a:r>
              <a:rPr lang="ru-RU" dirty="0"/>
              <a:t> из 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929C741-8B84-4881-91E3-71A885F015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13</a:t>
            </a:fld>
            <a:endParaRPr lang="ru-RU"/>
          </a:p>
        </p:txBody>
      </p:sp>
      <p:sp>
        <p:nvSpPr>
          <p:cNvPr id="8" name="Объект 7">
            <a:extLst>
              <a:ext uri="{FF2B5EF4-FFF2-40B4-BE49-F238E27FC236}">
                <a16:creationId xmlns:a16="http://schemas.microsoft.com/office/drawing/2014/main" id="{37119126-4982-4878-A657-E3B5CC979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16" name="Рисунок 15">
            <a:extLst>
              <a:ext uri="{FF2B5EF4-FFF2-40B4-BE49-F238E27FC236}">
                <a16:creationId xmlns:a16="http://schemas.microsoft.com/office/drawing/2014/main" id="{545EC41C-FE16-4C41-A412-BE3A07270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3093" y="2098978"/>
            <a:ext cx="7632091" cy="4759022"/>
          </a:xfrm>
          <a:prstGeom prst="rect">
            <a:avLst/>
          </a:prstGeom>
        </p:spPr>
      </p:pic>
      <p:pic>
        <p:nvPicPr>
          <p:cNvPr id="18" name="Рисунок 17">
            <a:extLst>
              <a:ext uri="{FF2B5EF4-FFF2-40B4-BE49-F238E27FC236}">
                <a16:creationId xmlns:a16="http://schemas.microsoft.com/office/drawing/2014/main" id="{A662B712-D6C3-4BA6-A959-EDFE6331D6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31316" y="1190021"/>
            <a:ext cx="8973802" cy="819264"/>
          </a:xfrm>
          <a:prstGeom prst="rect">
            <a:avLst/>
          </a:prstGeom>
        </p:spPr>
      </p:pic>
      <p:pic>
        <p:nvPicPr>
          <p:cNvPr id="20" name="Рисунок 19">
            <a:extLst>
              <a:ext uri="{FF2B5EF4-FFF2-40B4-BE49-F238E27FC236}">
                <a16:creationId xmlns:a16="http://schemas.microsoft.com/office/drawing/2014/main" id="{BCEC2C65-2F7B-4D53-8D4E-59546178FE5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0133" y="4210211"/>
            <a:ext cx="2810267" cy="866896"/>
          </a:xfrm>
          <a:prstGeom prst="rect">
            <a:avLst/>
          </a:prstGeom>
        </p:spPr>
      </p:pic>
      <p:pic>
        <p:nvPicPr>
          <p:cNvPr id="22" name="Рисунок 21">
            <a:extLst>
              <a:ext uri="{FF2B5EF4-FFF2-40B4-BE49-F238E27FC236}">
                <a16:creationId xmlns:a16="http://schemas.microsoft.com/office/drawing/2014/main" id="{D6901896-73B0-427D-8ECF-A3F91C359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2057" y="3386578"/>
            <a:ext cx="3324689" cy="466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52973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29147" y="102576"/>
            <a:ext cx="6528758" cy="80064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Локальный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AI-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сервер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Ollama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14</a:t>
            </a:fld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B07395-672D-4FA7-BB70-F0563A724F3E}"/>
              </a:ext>
            </a:extLst>
          </p:cNvPr>
          <p:cNvSpPr txBox="1"/>
          <p:nvPr/>
        </p:nvSpPr>
        <p:spPr>
          <a:xfrm>
            <a:off x="924840" y="861865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LLM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передачи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кода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в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интернет</a:t>
            </a:r>
            <a:endParaRPr lang="en-US" sz="1800" dirty="0"/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8B683AD2-843E-46AC-A189-571997DD044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307" y="1598250"/>
            <a:ext cx="11717385" cy="113363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192FD23D-4C42-4442-8761-F439A8EDF7D5}"/>
              </a:ext>
            </a:extLst>
          </p:cNvPr>
          <p:cNvSpPr txBox="1"/>
          <p:nvPr/>
        </p:nvSpPr>
        <p:spPr>
          <a:xfrm>
            <a:off x="829147" y="3242247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Используемые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</a:t>
            </a:r>
            <a:r>
              <a:rPr lang="en-US" sz="1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endParaRPr lang="en-US" sz="1800" dirty="0"/>
          </a:p>
        </p:txBody>
      </p:sp>
      <p:sp>
        <p:nvSpPr>
          <p:cNvPr id="12" name="Shape 4">
            <a:extLst>
              <a:ext uri="{FF2B5EF4-FFF2-40B4-BE49-F238E27FC236}">
                <a16:creationId xmlns:a16="http://schemas.microsoft.com/office/drawing/2014/main" id="{B3DC0FD9-44CF-4A4F-9B8D-5AF44E70B590}"/>
              </a:ext>
            </a:extLst>
          </p:cNvPr>
          <p:cNvSpPr/>
          <p:nvPr/>
        </p:nvSpPr>
        <p:spPr>
          <a:xfrm>
            <a:off x="549246" y="4282289"/>
            <a:ext cx="4788271" cy="1778101"/>
          </a:xfrm>
          <a:prstGeom prst="roundRect">
            <a:avLst/>
          </a:prstGeom>
          <a:solidFill>
            <a:srgbClr val="E8FFF5"/>
          </a:solidFill>
          <a:ln w="25400">
            <a:solidFill>
              <a:srgbClr val="00A896"/>
            </a:solidFill>
            <a:prstDash val="solid"/>
          </a:ln>
        </p:spPr>
      </p:sp>
      <p:sp>
        <p:nvSpPr>
          <p:cNvPr id="13" name="Text 5">
            <a:extLst>
              <a:ext uri="{FF2B5EF4-FFF2-40B4-BE49-F238E27FC236}">
                <a16:creationId xmlns:a16="http://schemas.microsoft.com/office/drawing/2014/main" id="{9B99E05B-0B58-4EA5-8E2F-A234238A9EB7}"/>
              </a:ext>
            </a:extLst>
          </p:cNvPr>
          <p:cNvSpPr/>
          <p:nvPr/>
        </p:nvSpPr>
        <p:spPr>
          <a:xfrm>
            <a:off x="762057" y="4425852"/>
            <a:ext cx="4362647" cy="571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qwen2.5-coder:3b</a:t>
            </a:r>
            <a:endParaRPr lang="en-US" sz="2000" dirty="0"/>
          </a:p>
        </p:txBody>
      </p:sp>
      <p:sp>
        <p:nvSpPr>
          <p:cNvPr id="14" name="Text 6">
            <a:extLst>
              <a:ext uri="{FF2B5EF4-FFF2-40B4-BE49-F238E27FC236}">
                <a16:creationId xmlns:a16="http://schemas.microsoft.com/office/drawing/2014/main" id="{4015216D-6310-4813-B8A3-037DB118C0AF}"/>
              </a:ext>
            </a:extLst>
          </p:cNvPr>
          <p:cNvSpPr/>
          <p:nvPr/>
        </p:nvSpPr>
        <p:spPr>
          <a:xfrm>
            <a:off x="732126" y="5016396"/>
            <a:ext cx="4362647" cy="95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Размер: 1.9 GB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Специализирована на коде, быстрая</a:t>
            </a:r>
            <a:endParaRPr lang="en-US" dirty="0"/>
          </a:p>
        </p:txBody>
      </p:sp>
      <p:sp>
        <p:nvSpPr>
          <p:cNvPr id="15" name="Shape 7">
            <a:extLst>
              <a:ext uri="{FF2B5EF4-FFF2-40B4-BE49-F238E27FC236}">
                <a16:creationId xmlns:a16="http://schemas.microsoft.com/office/drawing/2014/main" id="{3BC14F0E-9B46-41F1-86CE-9BE0EA08CE4E}"/>
              </a:ext>
            </a:extLst>
          </p:cNvPr>
          <p:cNvSpPr/>
          <p:nvPr/>
        </p:nvSpPr>
        <p:spPr>
          <a:xfrm>
            <a:off x="6565529" y="4282289"/>
            <a:ext cx="4788271" cy="1778101"/>
          </a:xfrm>
          <a:prstGeom prst="roundRect">
            <a:avLst/>
          </a:prstGeom>
          <a:solidFill>
            <a:srgbClr val="EAF6FF"/>
          </a:solidFill>
          <a:ln w="25400">
            <a:solidFill>
              <a:srgbClr val="00B4D8"/>
            </a:solidFill>
            <a:prstDash val="solid"/>
          </a:ln>
        </p:spPr>
      </p:sp>
      <p:sp>
        <p:nvSpPr>
          <p:cNvPr id="16" name="Text 8">
            <a:extLst>
              <a:ext uri="{FF2B5EF4-FFF2-40B4-BE49-F238E27FC236}">
                <a16:creationId xmlns:a16="http://schemas.microsoft.com/office/drawing/2014/main" id="{1296F8A1-85BD-445B-8D38-3FFB7205B3E6}"/>
              </a:ext>
            </a:extLst>
          </p:cNvPr>
          <p:cNvSpPr/>
          <p:nvPr/>
        </p:nvSpPr>
        <p:spPr>
          <a:xfrm>
            <a:off x="6778340" y="4425852"/>
            <a:ext cx="4362647" cy="5715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1A2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llama3:latest</a:t>
            </a:r>
            <a:endParaRPr lang="en-US" sz="2000" dirty="0"/>
          </a:p>
        </p:txBody>
      </p:sp>
      <p:sp>
        <p:nvSpPr>
          <p:cNvPr id="17" name="Text 9">
            <a:extLst>
              <a:ext uri="{FF2B5EF4-FFF2-40B4-BE49-F238E27FC236}">
                <a16:creationId xmlns:a16="http://schemas.microsoft.com/office/drawing/2014/main" id="{5CC136FC-74EA-43BA-AE9D-22280C190E89}"/>
              </a:ext>
            </a:extLst>
          </p:cNvPr>
          <p:cNvSpPr/>
          <p:nvPr/>
        </p:nvSpPr>
        <p:spPr>
          <a:xfrm>
            <a:off x="6748409" y="5016396"/>
            <a:ext cx="4362647" cy="9525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Размер: 4.7 GB</a:t>
            </a:r>
            <a:endParaRPr lang="en-US" dirty="0"/>
          </a:p>
          <a:p>
            <a:pPr marL="0" indent="0">
              <a:buNone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модель, более мощная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35865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901575" y="495222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с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другими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инструментами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15</a:t>
            </a:fld>
            <a:endParaRPr lang="ru-RU" dirty="0"/>
          </a:p>
        </p:txBody>
      </p:sp>
      <p:sp>
        <p:nvSpPr>
          <p:cNvPr id="7" name="Shape 2">
            <a:extLst>
              <a:ext uri="{FF2B5EF4-FFF2-40B4-BE49-F238E27FC236}">
                <a16:creationId xmlns:a16="http://schemas.microsoft.com/office/drawing/2014/main" id="{332409BB-77EA-4A84-99B8-CF9E07EFE1DB}"/>
              </a:ext>
            </a:extLst>
          </p:cNvPr>
          <p:cNvSpPr/>
          <p:nvPr/>
        </p:nvSpPr>
        <p:spPr>
          <a:xfrm>
            <a:off x="1351229" y="1784890"/>
            <a:ext cx="228600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8" name="Text 3">
            <a:extLst>
              <a:ext uri="{FF2B5EF4-FFF2-40B4-BE49-F238E27FC236}">
                <a16:creationId xmlns:a16="http://schemas.microsoft.com/office/drawing/2014/main" id="{98FA23C7-A639-47B0-B9DA-CEBDE09D4390}"/>
              </a:ext>
            </a:extLst>
          </p:cNvPr>
          <p:cNvSpPr/>
          <p:nvPr/>
        </p:nvSpPr>
        <p:spPr>
          <a:xfrm>
            <a:off x="1351229" y="178489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Критерий</a:t>
            </a:r>
            <a:endParaRPr lang="en-US" sz="1200" dirty="0"/>
          </a:p>
        </p:txBody>
      </p:sp>
      <p:sp>
        <p:nvSpPr>
          <p:cNvPr id="9" name="Shape 4">
            <a:extLst>
              <a:ext uri="{FF2B5EF4-FFF2-40B4-BE49-F238E27FC236}">
                <a16:creationId xmlns:a16="http://schemas.microsoft.com/office/drawing/2014/main" id="{EAC242FD-1317-4A75-86E0-9FF6FA6D3505}"/>
              </a:ext>
            </a:extLst>
          </p:cNvPr>
          <p:cNvSpPr/>
          <p:nvPr/>
        </p:nvSpPr>
        <p:spPr>
          <a:xfrm>
            <a:off x="3682949" y="1784890"/>
            <a:ext cx="210312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0" name="Text 5">
            <a:extLst>
              <a:ext uri="{FF2B5EF4-FFF2-40B4-BE49-F238E27FC236}">
                <a16:creationId xmlns:a16="http://schemas.microsoft.com/office/drawing/2014/main" id="{E8B0604D-CA7D-4FBA-8F0C-1D6FFD0945D4}"/>
              </a:ext>
            </a:extLst>
          </p:cNvPr>
          <p:cNvSpPr/>
          <p:nvPr/>
        </p:nvSpPr>
        <p:spPr>
          <a:xfrm>
            <a:off x="3682949" y="178489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 + Decai</a:t>
            </a:r>
            <a:endParaRPr lang="en-US" sz="1200" dirty="0"/>
          </a:p>
        </p:txBody>
      </p:sp>
      <p:sp>
        <p:nvSpPr>
          <p:cNvPr id="11" name="Shape 6">
            <a:extLst>
              <a:ext uri="{FF2B5EF4-FFF2-40B4-BE49-F238E27FC236}">
                <a16:creationId xmlns:a16="http://schemas.microsoft.com/office/drawing/2014/main" id="{542352C5-E28B-43D3-849D-21828EC61BD9}"/>
              </a:ext>
            </a:extLst>
          </p:cNvPr>
          <p:cNvSpPr/>
          <p:nvPr/>
        </p:nvSpPr>
        <p:spPr>
          <a:xfrm>
            <a:off x="5831789" y="1784890"/>
            <a:ext cx="210312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B698FCC8-74BA-46B3-BBB8-B21C2E7352A1}"/>
              </a:ext>
            </a:extLst>
          </p:cNvPr>
          <p:cNvSpPr/>
          <p:nvPr/>
        </p:nvSpPr>
        <p:spPr>
          <a:xfrm>
            <a:off x="5831789" y="178489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IDA Pro</a:t>
            </a:r>
            <a:endParaRPr lang="en-US" sz="12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39467FAC-FFAB-42E2-B5CF-BAFA7B8115A2}"/>
              </a:ext>
            </a:extLst>
          </p:cNvPr>
          <p:cNvSpPr/>
          <p:nvPr/>
        </p:nvSpPr>
        <p:spPr>
          <a:xfrm>
            <a:off x="7980629" y="1784890"/>
            <a:ext cx="2103120" cy="41148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7400BFD-5619-48BA-B1E4-EBD27F48424D}"/>
              </a:ext>
            </a:extLst>
          </p:cNvPr>
          <p:cNvSpPr/>
          <p:nvPr/>
        </p:nvSpPr>
        <p:spPr>
          <a:xfrm>
            <a:off x="7980629" y="178489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Ghidra</a:t>
            </a:r>
            <a:endParaRPr lang="en-US" sz="1200" dirty="0"/>
          </a:p>
        </p:txBody>
      </p:sp>
      <p:sp>
        <p:nvSpPr>
          <p:cNvPr id="16" name="Shape 10">
            <a:extLst>
              <a:ext uri="{FF2B5EF4-FFF2-40B4-BE49-F238E27FC236}">
                <a16:creationId xmlns:a16="http://schemas.microsoft.com/office/drawing/2014/main" id="{0FFF6B6F-AF5E-4747-BA1C-8B111B599E16}"/>
              </a:ext>
            </a:extLst>
          </p:cNvPr>
          <p:cNvSpPr/>
          <p:nvPr/>
        </p:nvSpPr>
        <p:spPr>
          <a:xfrm>
            <a:off x="1351229" y="2214658"/>
            <a:ext cx="228600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C6D5AF9-0D46-4784-8F18-1B64F8777536}"/>
              </a:ext>
            </a:extLst>
          </p:cNvPr>
          <p:cNvSpPr/>
          <p:nvPr/>
        </p:nvSpPr>
        <p:spPr>
          <a:xfrm>
            <a:off x="1396949" y="223294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Стоимость</a:t>
            </a:r>
            <a:endParaRPr lang="en-US" sz="1100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BEE48111-B1E6-4E5D-87FD-266D7651CF19}"/>
              </a:ext>
            </a:extLst>
          </p:cNvPr>
          <p:cNvSpPr/>
          <p:nvPr/>
        </p:nvSpPr>
        <p:spPr>
          <a:xfrm>
            <a:off x="3682949" y="221465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A1C85DAF-6DD1-4024-B746-0CF49947C17C}"/>
              </a:ext>
            </a:extLst>
          </p:cNvPr>
          <p:cNvSpPr/>
          <p:nvPr/>
        </p:nvSpPr>
        <p:spPr>
          <a:xfrm>
            <a:off x="3728669" y="22329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11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6AB70752-4973-4E7D-814B-C887B0B58541}"/>
              </a:ext>
            </a:extLst>
          </p:cNvPr>
          <p:cNvSpPr/>
          <p:nvPr/>
        </p:nvSpPr>
        <p:spPr>
          <a:xfrm>
            <a:off x="5831789" y="221465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0F6E8FCB-0779-4E76-8038-BB57E20A709D}"/>
              </a:ext>
            </a:extLst>
          </p:cNvPr>
          <p:cNvSpPr/>
          <p:nvPr/>
        </p:nvSpPr>
        <p:spPr>
          <a:xfrm>
            <a:off x="5877509" y="22329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Платно (дорого)</a:t>
            </a:r>
            <a:endParaRPr lang="en-US" sz="1100" dirty="0"/>
          </a:p>
        </p:txBody>
      </p:sp>
      <p:sp>
        <p:nvSpPr>
          <p:cNvPr id="22" name="Shape 16">
            <a:extLst>
              <a:ext uri="{FF2B5EF4-FFF2-40B4-BE49-F238E27FC236}">
                <a16:creationId xmlns:a16="http://schemas.microsoft.com/office/drawing/2014/main" id="{501F473B-505D-4344-9BE9-9E230A105DC1}"/>
              </a:ext>
            </a:extLst>
          </p:cNvPr>
          <p:cNvSpPr/>
          <p:nvPr/>
        </p:nvSpPr>
        <p:spPr>
          <a:xfrm>
            <a:off x="7980629" y="221465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DB548627-3ABA-4900-BA68-977265F0F1BE}"/>
              </a:ext>
            </a:extLst>
          </p:cNvPr>
          <p:cNvSpPr/>
          <p:nvPr/>
        </p:nvSpPr>
        <p:spPr>
          <a:xfrm>
            <a:off x="8026349" y="22329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Бесплатно</a:t>
            </a:r>
            <a:endParaRPr lang="en-US" sz="1100" dirty="0"/>
          </a:p>
        </p:txBody>
      </p:sp>
      <p:sp>
        <p:nvSpPr>
          <p:cNvPr id="24" name="Shape 18">
            <a:extLst>
              <a:ext uri="{FF2B5EF4-FFF2-40B4-BE49-F238E27FC236}">
                <a16:creationId xmlns:a16="http://schemas.microsoft.com/office/drawing/2014/main" id="{9822DDB0-8DF0-48E8-9D9F-DFC5A278A965}"/>
              </a:ext>
            </a:extLst>
          </p:cNvPr>
          <p:cNvSpPr/>
          <p:nvPr/>
        </p:nvSpPr>
        <p:spPr>
          <a:xfrm>
            <a:off x="1351229" y="271757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5" name="Text 19">
            <a:extLst>
              <a:ext uri="{FF2B5EF4-FFF2-40B4-BE49-F238E27FC236}">
                <a16:creationId xmlns:a16="http://schemas.microsoft.com/office/drawing/2014/main" id="{80A444CA-936C-4B51-8D00-821A5260626D}"/>
              </a:ext>
            </a:extLst>
          </p:cNvPr>
          <p:cNvSpPr/>
          <p:nvPr/>
        </p:nvSpPr>
        <p:spPr>
          <a:xfrm>
            <a:off x="1396949" y="273586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AI-декомпиляция</a:t>
            </a:r>
            <a:endParaRPr lang="en-US" sz="1100" dirty="0"/>
          </a:p>
        </p:txBody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55FE30E9-1543-4D57-BED8-18AD03E7A537}"/>
              </a:ext>
            </a:extLst>
          </p:cNvPr>
          <p:cNvSpPr/>
          <p:nvPr/>
        </p:nvSpPr>
        <p:spPr>
          <a:xfrm>
            <a:off x="3682949" y="271757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0505E5AE-96C4-46ED-86B7-4B55991B0FCE}"/>
              </a:ext>
            </a:extLst>
          </p:cNvPr>
          <p:cNvSpPr/>
          <p:nvPr/>
        </p:nvSpPr>
        <p:spPr>
          <a:xfrm>
            <a:off x="3728669" y="273586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 (LLM)</a:t>
            </a:r>
            <a:endParaRPr lang="en-US" sz="1100" dirty="0"/>
          </a:p>
        </p:txBody>
      </p:sp>
      <p:sp>
        <p:nvSpPr>
          <p:cNvPr id="28" name="Shape 22">
            <a:extLst>
              <a:ext uri="{FF2B5EF4-FFF2-40B4-BE49-F238E27FC236}">
                <a16:creationId xmlns:a16="http://schemas.microsoft.com/office/drawing/2014/main" id="{22865B5D-1C37-426B-9DE3-741758B6DB94}"/>
              </a:ext>
            </a:extLst>
          </p:cNvPr>
          <p:cNvSpPr/>
          <p:nvPr/>
        </p:nvSpPr>
        <p:spPr>
          <a:xfrm>
            <a:off x="5831789" y="271757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29" name="Text 23">
            <a:extLst>
              <a:ext uri="{FF2B5EF4-FFF2-40B4-BE49-F238E27FC236}">
                <a16:creationId xmlns:a16="http://schemas.microsoft.com/office/drawing/2014/main" id="{EA52A878-B295-4687-877C-114F749BD43F}"/>
              </a:ext>
            </a:extLst>
          </p:cNvPr>
          <p:cNvSpPr/>
          <p:nvPr/>
        </p:nvSpPr>
        <p:spPr>
          <a:xfrm>
            <a:off x="5877509" y="273586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30" name="Shape 24">
            <a:extLst>
              <a:ext uri="{FF2B5EF4-FFF2-40B4-BE49-F238E27FC236}">
                <a16:creationId xmlns:a16="http://schemas.microsoft.com/office/drawing/2014/main" id="{6F68FA83-9E53-40F2-831B-4F573EAC561F}"/>
              </a:ext>
            </a:extLst>
          </p:cNvPr>
          <p:cNvSpPr/>
          <p:nvPr/>
        </p:nvSpPr>
        <p:spPr>
          <a:xfrm>
            <a:off x="7980629" y="271757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1" name="Text 25">
            <a:extLst>
              <a:ext uri="{FF2B5EF4-FFF2-40B4-BE49-F238E27FC236}">
                <a16:creationId xmlns:a16="http://schemas.microsoft.com/office/drawing/2014/main" id="{25E6C7EA-CB17-4B0A-96CE-1CB98D436A5A}"/>
              </a:ext>
            </a:extLst>
          </p:cNvPr>
          <p:cNvSpPr/>
          <p:nvPr/>
        </p:nvSpPr>
        <p:spPr>
          <a:xfrm>
            <a:off x="8026349" y="273586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9FDE6CE0-FAD3-4FEB-80E8-52968B51C85D}"/>
              </a:ext>
            </a:extLst>
          </p:cNvPr>
          <p:cNvSpPr/>
          <p:nvPr/>
        </p:nvSpPr>
        <p:spPr>
          <a:xfrm>
            <a:off x="1351229" y="3220498"/>
            <a:ext cx="228600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88CD8EB-E8F2-4DE1-A9F5-DC1801CFC5EB}"/>
              </a:ext>
            </a:extLst>
          </p:cNvPr>
          <p:cNvSpPr/>
          <p:nvPr/>
        </p:nvSpPr>
        <p:spPr>
          <a:xfrm>
            <a:off x="1396949" y="323878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Локальная работа</a:t>
            </a:r>
            <a:endParaRPr lang="en-US" sz="1100" dirty="0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B1A9C1EF-00C8-490C-95F8-743185072695}"/>
              </a:ext>
            </a:extLst>
          </p:cNvPr>
          <p:cNvSpPr/>
          <p:nvPr/>
        </p:nvSpPr>
        <p:spPr>
          <a:xfrm>
            <a:off x="3682949" y="322049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D6FB69AF-CAC2-45EF-85BE-85EAE0C135F2}"/>
              </a:ext>
            </a:extLst>
          </p:cNvPr>
          <p:cNvSpPr/>
          <p:nvPr/>
        </p:nvSpPr>
        <p:spPr>
          <a:xfrm>
            <a:off x="3728669" y="323878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849C991D-56CF-4915-82B9-D6E154D7F455}"/>
              </a:ext>
            </a:extLst>
          </p:cNvPr>
          <p:cNvSpPr/>
          <p:nvPr/>
        </p:nvSpPr>
        <p:spPr>
          <a:xfrm>
            <a:off x="5831789" y="322049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4330BB99-6A3D-41DE-990E-7235D454DE95}"/>
              </a:ext>
            </a:extLst>
          </p:cNvPr>
          <p:cNvSpPr/>
          <p:nvPr/>
        </p:nvSpPr>
        <p:spPr>
          <a:xfrm>
            <a:off x="5877509" y="323878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38" name="Shape 32">
            <a:extLst>
              <a:ext uri="{FF2B5EF4-FFF2-40B4-BE49-F238E27FC236}">
                <a16:creationId xmlns:a16="http://schemas.microsoft.com/office/drawing/2014/main" id="{EE711C32-551C-4076-9943-A956C410AD1B}"/>
              </a:ext>
            </a:extLst>
          </p:cNvPr>
          <p:cNvSpPr/>
          <p:nvPr/>
        </p:nvSpPr>
        <p:spPr>
          <a:xfrm>
            <a:off x="7980629" y="322049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86F3D653-63BD-4757-8B99-10F0AB5809AC}"/>
              </a:ext>
            </a:extLst>
          </p:cNvPr>
          <p:cNvSpPr/>
          <p:nvPr/>
        </p:nvSpPr>
        <p:spPr>
          <a:xfrm>
            <a:off x="8026349" y="323878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40" name="Shape 34">
            <a:extLst>
              <a:ext uri="{FF2B5EF4-FFF2-40B4-BE49-F238E27FC236}">
                <a16:creationId xmlns:a16="http://schemas.microsoft.com/office/drawing/2014/main" id="{08046C39-00D4-42BA-BCBD-3547C11B51D7}"/>
              </a:ext>
            </a:extLst>
          </p:cNvPr>
          <p:cNvSpPr/>
          <p:nvPr/>
        </p:nvSpPr>
        <p:spPr>
          <a:xfrm>
            <a:off x="1351229" y="372341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1" name="Text 35">
            <a:extLst>
              <a:ext uri="{FF2B5EF4-FFF2-40B4-BE49-F238E27FC236}">
                <a16:creationId xmlns:a16="http://schemas.microsoft.com/office/drawing/2014/main" id="{24D11F5B-35D4-4571-B1B8-042D210E4577}"/>
              </a:ext>
            </a:extLst>
          </p:cNvPr>
          <p:cNvSpPr/>
          <p:nvPr/>
        </p:nvSpPr>
        <p:spPr>
          <a:xfrm>
            <a:off x="1396949" y="374170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поддержка</a:t>
            </a:r>
            <a:endParaRPr lang="en-US" sz="1100" dirty="0"/>
          </a:p>
        </p:txBody>
      </p:sp>
      <p:sp>
        <p:nvSpPr>
          <p:cNvPr id="42" name="Shape 36">
            <a:extLst>
              <a:ext uri="{FF2B5EF4-FFF2-40B4-BE49-F238E27FC236}">
                <a16:creationId xmlns:a16="http://schemas.microsoft.com/office/drawing/2014/main" id="{6996E401-1288-4068-A650-EB166D8A525C}"/>
              </a:ext>
            </a:extLst>
          </p:cNvPr>
          <p:cNvSpPr/>
          <p:nvPr/>
        </p:nvSpPr>
        <p:spPr>
          <a:xfrm>
            <a:off x="3682949" y="372341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3" name="Text 37">
            <a:extLst>
              <a:ext uri="{FF2B5EF4-FFF2-40B4-BE49-F238E27FC236}">
                <a16:creationId xmlns:a16="http://schemas.microsoft.com/office/drawing/2014/main" id="{F697E1B8-79F7-4DB1-A653-2A764506158C}"/>
              </a:ext>
            </a:extLst>
          </p:cNvPr>
          <p:cNvSpPr/>
          <p:nvPr/>
        </p:nvSpPr>
        <p:spPr>
          <a:xfrm>
            <a:off x="3728669" y="374170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Да*</a:t>
            </a:r>
            <a:endParaRPr lang="en-US" sz="1100" dirty="0"/>
          </a:p>
        </p:txBody>
      </p:sp>
      <p:sp>
        <p:nvSpPr>
          <p:cNvPr id="44" name="Shape 38">
            <a:extLst>
              <a:ext uri="{FF2B5EF4-FFF2-40B4-BE49-F238E27FC236}">
                <a16:creationId xmlns:a16="http://schemas.microsoft.com/office/drawing/2014/main" id="{B2DDBDED-1A76-4E34-8E92-1CB663464AD0}"/>
              </a:ext>
            </a:extLst>
          </p:cNvPr>
          <p:cNvSpPr/>
          <p:nvPr/>
        </p:nvSpPr>
        <p:spPr>
          <a:xfrm>
            <a:off x="5831789" y="372341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5" name="Text 39">
            <a:extLst>
              <a:ext uri="{FF2B5EF4-FFF2-40B4-BE49-F238E27FC236}">
                <a16:creationId xmlns:a16="http://schemas.microsoft.com/office/drawing/2014/main" id="{444E5A70-60E6-4EB9-B5B3-D3531AB76492}"/>
              </a:ext>
            </a:extLst>
          </p:cNvPr>
          <p:cNvSpPr/>
          <p:nvPr/>
        </p:nvSpPr>
        <p:spPr>
          <a:xfrm>
            <a:off x="5877509" y="374170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46" name="Shape 40">
            <a:extLst>
              <a:ext uri="{FF2B5EF4-FFF2-40B4-BE49-F238E27FC236}">
                <a16:creationId xmlns:a16="http://schemas.microsoft.com/office/drawing/2014/main" id="{8B54B4F4-EBE7-4B1F-85C7-6A4A9B676A26}"/>
              </a:ext>
            </a:extLst>
          </p:cNvPr>
          <p:cNvSpPr/>
          <p:nvPr/>
        </p:nvSpPr>
        <p:spPr>
          <a:xfrm>
            <a:off x="7980629" y="372341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7" name="Text 41">
            <a:extLst>
              <a:ext uri="{FF2B5EF4-FFF2-40B4-BE49-F238E27FC236}">
                <a16:creationId xmlns:a16="http://schemas.microsoft.com/office/drawing/2014/main" id="{EFD8A8A8-08D8-40C1-B239-D8083AD5F94C}"/>
              </a:ext>
            </a:extLst>
          </p:cNvPr>
          <p:cNvSpPr/>
          <p:nvPr/>
        </p:nvSpPr>
        <p:spPr>
          <a:xfrm>
            <a:off x="8026349" y="374170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48" name="Shape 42">
            <a:extLst>
              <a:ext uri="{FF2B5EF4-FFF2-40B4-BE49-F238E27FC236}">
                <a16:creationId xmlns:a16="http://schemas.microsoft.com/office/drawing/2014/main" id="{C52ADD44-E9C1-4199-BC7A-4377CB5249B0}"/>
              </a:ext>
            </a:extLst>
          </p:cNvPr>
          <p:cNvSpPr/>
          <p:nvPr/>
        </p:nvSpPr>
        <p:spPr>
          <a:xfrm>
            <a:off x="1351229" y="4226338"/>
            <a:ext cx="228600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49" name="Text 43">
            <a:extLst>
              <a:ext uri="{FF2B5EF4-FFF2-40B4-BE49-F238E27FC236}">
                <a16:creationId xmlns:a16="http://schemas.microsoft.com/office/drawing/2014/main" id="{EA71CF43-4865-42C0-AB7F-3A2A0EBE66A5}"/>
              </a:ext>
            </a:extLst>
          </p:cNvPr>
          <p:cNvSpPr/>
          <p:nvPr/>
        </p:nvSpPr>
        <p:spPr>
          <a:xfrm>
            <a:off x="1396949" y="424462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декомп.</a:t>
            </a:r>
            <a:endParaRPr lang="en-US" sz="1100" dirty="0"/>
          </a:p>
        </p:txBody>
      </p:sp>
      <p:sp>
        <p:nvSpPr>
          <p:cNvPr id="50" name="Shape 44">
            <a:extLst>
              <a:ext uri="{FF2B5EF4-FFF2-40B4-BE49-F238E27FC236}">
                <a16:creationId xmlns:a16="http://schemas.microsoft.com/office/drawing/2014/main" id="{2B72B5CB-03A3-4236-BE63-4175CF9289B7}"/>
              </a:ext>
            </a:extLst>
          </p:cNvPr>
          <p:cNvSpPr/>
          <p:nvPr/>
        </p:nvSpPr>
        <p:spPr>
          <a:xfrm>
            <a:off x="3682949" y="422633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1" name="Text 45">
            <a:extLst>
              <a:ext uri="{FF2B5EF4-FFF2-40B4-BE49-F238E27FC236}">
                <a16:creationId xmlns:a16="http://schemas.microsoft.com/office/drawing/2014/main" id="{039DE453-B7D0-48EC-8580-A12BDC8FF224}"/>
              </a:ext>
            </a:extLst>
          </p:cNvPr>
          <p:cNvSpPr/>
          <p:nvPr/>
        </p:nvSpPr>
        <p:spPr>
          <a:xfrm>
            <a:off x="3728669" y="424462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Среднее</a:t>
            </a:r>
            <a:endParaRPr lang="en-US" sz="1100" dirty="0"/>
          </a:p>
        </p:txBody>
      </p:sp>
      <p:sp>
        <p:nvSpPr>
          <p:cNvPr id="52" name="Shape 46">
            <a:extLst>
              <a:ext uri="{FF2B5EF4-FFF2-40B4-BE49-F238E27FC236}">
                <a16:creationId xmlns:a16="http://schemas.microsoft.com/office/drawing/2014/main" id="{096BCFB1-4C30-4CC1-8D99-35211AAE7218}"/>
              </a:ext>
            </a:extLst>
          </p:cNvPr>
          <p:cNvSpPr/>
          <p:nvPr/>
        </p:nvSpPr>
        <p:spPr>
          <a:xfrm>
            <a:off x="5831789" y="422633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3" name="Text 47">
            <a:extLst>
              <a:ext uri="{FF2B5EF4-FFF2-40B4-BE49-F238E27FC236}">
                <a16:creationId xmlns:a16="http://schemas.microsoft.com/office/drawing/2014/main" id="{1AD22CF5-293A-4A8D-875D-E88265AAF972}"/>
              </a:ext>
            </a:extLst>
          </p:cNvPr>
          <p:cNvSpPr/>
          <p:nvPr/>
        </p:nvSpPr>
        <p:spPr>
          <a:xfrm>
            <a:off x="5877509" y="424462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Высокое</a:t>
            </a:r>
            <a:endParaRPr lang="en-US" sz="1100" dirty="0"/>
          </a:p>
        </p:txBody>
      </p:sp>
      <p:sp>
        <p:nvSpPr>
          <p:cNvPr id="54" name="Shape 48">
            <a:extLst>
              <a:ext uri="{FF2B5EF4-FFF2-40B4-BE49-F238E27FC236}">
                <a16:creationId xmlns:a16="http://schemas.microsoft.com/office/drawing/2014/main" id="{49468468-34BA-4F4D-8C0C-9813194EE0A8}"/>
              </a:ext>
            </a:extLst>
          </p:cNvPr>
          <p:cNvSpPr/>
          <p:nvPr/>
        </p:nvSpPr>
        <p:spPr>
          <a:xfrm>
            <a:off x="7980629" y="4226338"/>
            <a:ext cx="2103120" cy="475488"/>
          </a:xfrm>
          <a:prstGeom prst="rect">
            <a:avLst/>
          </a:prstGeom>
          <a:solidFill>
            <a:srgbClr val="F5F9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5" name="Text 49">
            <a:extLst>
              <a:ext uri="{FF2B5EF4-FFF2-40B4-BE49-F238E27FC236}">
                <a16:creationId xmlns:a16="http://schemas.microsoft.com/office/drawing/2014/main" id="{42493DD2-6207-4313-A09E-02FE6295AAAA}"/>
              </a:ext>
            </a:extLst>
          </p:cNvPr>
          <p:cNvSpPr/>
          <p:nvPr/>
        </p:nvSpPr>
        <p:spPr>
          <a:xfrm>
            <a:off x="8026349" y="424462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Высокое</a:t>
            </a:r>
            <a:endParaRPr lang="en-US" sz="1100" dirty="0"/>
          </a:p>
        </p:txBody>
      </p:sp>
      <p:sp>
        <p:nvSpPr>
          <p:cNvPr id="56" name="Shape 50">
            <a:extLst>
              <a:ext uri="{FF2B5EF4-FFF2-40B4-BE49-F238E27FC236}">
                <a16:creationId xmlns:a16="http://schemas.microsoft.com/office/drawing/2014/main" id="{42FAA656-650C-41EA-A5DD-FE27B02162BF}"/>
              </a:ext>
            </a:extLst>
          </p:cNvPr>
          <p:cNvSpPr/>
          <p:nvPr/>
        </p:nvSpPr>
        <p:spPr>
          <a:xfrm>
            <a:off x="1351229" y="4729258"/>
            <a:ext cx="228600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7" name="Text 51">
            <a:extLst>
              <a:ext uri="{FF2B5EF4-FFF2-40B4-BE49-F238E27FC236}">
                <a16:creationId xmlns:a16="http://schemas.microsoft.com/office/drawing/2014/main" id="{D9AC9CD4-646D-49A4-AE25-FEAC8F97EE5D}"/>
              </a:ext>
            </a:extLst>
          </p:cNvPr>
          <p:cNvSpPr/>
          <p:nvPr/>
        </p:nvSpPr>
        <p:spPr>
          <a:xfrm>
            <a:off x="1396949" y="4747546"/>
            <a:ext cx="21945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Открытый код</a:t>
            </a:r>
            <a:endParaRPr lang="en-US" sz="1100" dirty="0"/>
          </a:p>
        </p:txBody>
      </p:sp>
      <p:sp>
        <p:nvSpPr>
          <p:cNvPr id="58" name="Shape 52">
            <a:extLst>
              <a:ext uri="{FF2B5EF4-FFF2-40B4-BE49-F238E27FC236}">
                <a16:creationId xmlns:a16="http://schemas.microsoft.com/office/drawing/2014/main" id="{E61EA4CD-FDCF-4E88-9FCA-8F865A2569ED}"/>
              </a:ext>
            </a:extLst>
          </p:cNvPr>
          <p:cNvSpPr/>
          <p:nvPr/>
        </p:nvSpPr>
        <p:spPr>
          <a:xfrm>
            <a:off x="3682949" y="4729258"/>
            <a:ext cx="2103120" cy="475488"/>
          </a:xfrm>
          <a:prstGeom prst="rect">
            <a:avLst/>
          </a:prstGeom>
          <a:solidFill>
            <a:srgbClr val="EAF6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59" name="Text 53">
            <a:extLst>
              <a:ext uri="{FF2B5EF4-FFF2-40B4-BE49-F238E27FC236}">
                <a16:creationId xmlns:a16="http://schemas.microsoft.com/office/drawing/2014/main" id="{28BA9B92-17D1-4363-98E2-EB3FFD97D055}"/>
              </a:ext>
            </a:extLst>
          </p:cNvPr>
          <p:cNvSpPr/>
          <p:nvPr/>
        </p:nvSpPr>
        <p:spPr>
          <a:xfrm>
            <a:off x="3728669" y="47475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sp>
        <p:nvSpPr>
          <p:cNvPr id="60" name="Shape 54">
            <a:extLst>
              <a:ext uri="{FF2B5EF4-FFF2-40B4-BE49-F238E27FC236}">
                <a16:creationId xmlns:a16="http://schemas.microsoft.com/office/drawing/2014/main" id="{9CE861D3-3FFB-46E2-987B-B699B0210C0A}"/>
              </a:ext>
            </a:extLst>
          </p:cNvPr>
          <p:cNvSpPr/>
          <p:nvPr/>
        </p:nvSpPr>
        <p:spPr>
          <a:xfrm>
            <a:off x="5831789" y="472925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1" name="Text 55">
            <a:extLst>
              <a:ext uri="{FF2B5EF4-FFF2-40B4-BE49-F238E27FC236}">
                <a16:creationId xmlns:a16="http://schemas.microsoft.com/office/drawing/2014/main" id="{A66E98F4-2281-47FA-939C-D44C3BFCE473}"/>
              </a:ext>
            </a:extLst>
          </p:cNvPr>
          <p:cNvSpPr/>
          <p:nvPr/>
        </p:nvSpPr>
        <p:spPr>
          <a:xfrm>
            <a:off x="5877509" y="47475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100" dirty="0"/>
          </a:p>
        </p:txBody>
      </p:sp>
      <p:sp>
        <p:nvSpPr>
          <p:cNvPr id="62" name="Shape 56">
            <a:extLst>
              <a:ext uri="{FF2B5EF4-FFF2-40B4-BE49-F238E27FC236}">
                <a16:creationId xmlns:a16="http://schemas.microsoft.com/office/drawing/2014/main" id="{A455B6A0-AB10-4A9A-91CF-94794D245C67}"/>
              </a:ext>
            </a:extLst>
          </p:cNvPr>
          <p:cNvSpPr/>
          <p:nvPr/>
        </p:nvSpPr>
        <p:spPr>
          <a:xfrm>
            <a:off x="7980629" y="4729258"/>
            <a:ext cx="21031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63" name="Text 57">
            <a:extLst>
              <a:ext uri="{FF2B5EF4-FFF2-40B4-BE49-F238E27FC236}">
                <a16:creationId xmlns:a16="http://schemas.microsoft.com/office/drawing/2014/main" id="{A00233BF-73C7-4906-8577-A5D6DA4E14D9}"/>
              </a:ext>
            </a:extLst>
          </p:cNvPr>
          <p:cNvSpPr/>
          <p:nvPr/>
        </p:nvSpPr>
        <p:spPr>
          <a:xfrm>
            <a:off x="8026349" y="474754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</a:t>
            </a:r>
            <a:endParaRPr lang="en-US" sz="11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89C51A5-3500-9825-A4EB-7BA26232CE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45019" y="1379578"/>
            <a:ext cx="12608787" cy="498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8819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BF0E4C0-7651-4F6E-A1AC-2ED2596EF7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9847" y="136525"/>
            <a:ext cx="10515600" cy="1325563"/>
          </a:xfrm>
        </p:spPr>
        <p:txBody>
          <a:bodyPr/>
          <a:lstStyle/>
          <a:p>
            <a:r>
              <a:rPr lang="ru-RU" dirty="0" err="1"/>
              <a:t>Доп</a:t>
            </a:r>
            <a:r>
              <a:rPr lang="ru-RU" dirty="0"/>
              <a:t> задание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98DBC8-8BE8-439D-9AC9-1BEBDA8DA7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8208" y="1825625"/>
            <a:ext cx="10858877" cy="1603375"/>
          </a:xfrm>
        </p:spPr>
        <p:txBody>
          <a:bodyPr/>
          <a:lstStyle/>
          <a:p>
            <a:r>
              <a:rPr lang="ru-RU" sz="2800" b="1" dirty="0"/>
              <a:t>Цель:</a:t>
            </a:r>
            <a:r>
              <a:rPr lang="ru-RU" sz="2800" dirty="0"/>
              <a:t> Исследовать инструмент реверс-инжиниринга Radare2 с AI-плагином </a:t>
            </a:r>
            <a:r>
              <a:rPr lang="ru-RU" sz="2800" dirty="0" err="1"/>
              <a:t>Decai</a:t>
            </a:r>
            <a:r>
              <a:rPr lang="ru-RU" sz="2800" dirty="0"/>
              <a:t> для автоматизированного анализа бинарного кода для </a:t>
            </a:r>
            <a:r>
              <a:rPr lang="en-US" sz="2800" dirty="0"/>
              <a:t>exe </a:t>
            </a:r>
            <a:r>
              <a:rPr lang="ru-RU" sz="2800" dirty="0"/>
              <a:t>файла из 5 задания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0766118C-C77D-4F3D-B1A0-D331C9487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455428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A269DD-7128-44D9-A004-0E6F5457E2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457" y="88396"/>
            <a:ext cx="5499226" cy="1364087"/>
          </a:xfrm>
        </p:spPr>
        <p:txBody>
          <a:bodyPr/>
          <a:lstStyle/>
          <a:p>
            <a:r>
              <a:rPr lang="en-US" dirty="0"/>
              <a:t>Exe </a:t>
            </a:r>
            <a:r>
              <a:rPr lang="ru-RU" dirty="0"/>
              <a:t>открылся и </a:t>
            </a:r>
            <a:r>
              <a:rPr lang="ru-RU" dirty="0" err="1"/>
              <a:t>проанализировался</a:t>
            </a:r>
            <a:endParaRPr lang="ru-RU" dirty="0"/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F23169F-3B2E-43A7-AF6E-39F6B678C5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52769" y="1779226"/>
            <a:ext cx="9021434" cy="417253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09CF427-221F-463D-BCE9-E06C64F8C1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17</a:t>
            </a:fld>
            <a:endParaRPr lang="ru-RU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78324BA-AE67-4C8E-AC4A-9F01EE85EF7B}"/>
              </a:ext>
            </a:extLst>
          </p:cNvPr>
          <p:cNvSpPr txBox="1"/>
          <p:nvPr/>
        </p:nvSpPr>
        <p:spPr>
          <a:xfrm>
            <a:off x="307818" y="1928388"/>
            <a:ext cx="213661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ru-RU" altLang="ru-RU" b="1" dirty="0">
                <a:latin typeface="+mj-lt"/>
              </a:rPr>
              <a:t>INFO: </a:t>
            </a:r>
            <a:r>
              <a:rPr lang="ru-RU" altLang="ru-RU" b="1" dirty="0" err="1">
                <a:latin typeface="+mj-lt"/>
              </a:rPr>
              <a:t>Integrate</a:t>
            </a:r>
            <a:r>
              <a:rPr lang="ru-RU" altLang="ru-RU" b="1" dirty="0">
                <a:latin typeface="+mj-lt"/>
              </a:rPr>
              <a:t> </a:t>
            </a:r>
            <a:r>
              <a:rPr lang="ru-RU" altLang="ru-RU" b="1" dirty="0" err="1">
                <a:latin typeface="+mj-lt"/>
              </a:rPr>
              <a:t>dwarf</a:t>
            </a:r>
            <a:r>
              <a:rPr lang="ru-RU" altLang="ru-RU" b="1" dirty="0">
                <a:latin typeface="+mj-lt"/>
              </a:rPr>
              <a:t> </a:t>
            </a:r>
            <a:r>
              <a:rPr lang="ru-RU" altLang="ru-RU" b="1" dirty="0" err="1">
                <a:latin typeface="+mj-lt"/>
              </a:rPr>
              <a:t>function</a:t>
            </a:r>
            <a:r>
              <a:rPr lang="ru-RU" altLang="ru-RU" b="1" dirty="0">
                <a:latin typeface="+mj-lt"/>
              </a:rPr>
              <a:t> </a:t>
            </a:r>
            <a:r>
              <a:rPr lang="ru-RU" altLang="ru-RU" b="1" dirty="0" err="1">
                <a:latin typeface="+mj-lt"/>
              </a:rPr>
              <a:t>information</a:t>
            </a:r>
            <a:r>
              <a:rPr lang="ru-RU" altLang="ru-RU" dirty="0">
                <a:latin typeface="+mj-lt"/>
              </a:rPr>
              <a:t> — Radare2 подхватил отладочные символы (DWARF), значит имена функций будут читаемые</a:t>
            </a:r>
            <a:r>
              <a:rPr lang="en-US" altLang="ru-RU" dirty="0">
                <a:latin typeface="+mj-lt"/>
              </a:rPr>
              <a:t>, </a:t>
            </a:r>
            <a:r>
              <a:rPr lang="ru-RU" altLang="ru-RU" dirty="0">
                <a:latin typeface="+mj-lt"/>
              </a:rPr>
              <a:t>а не безликие </a:t>
            </a:r>
            <a:r>
              <a:rPr lang="ru-RU" altLang="ru-RU" dirty="0" err="1">
                <a:latin typeface="+mj-lt"/>
              </a:rPr>
              <a:t>fcn.xxx</a:t>
            </a:r>
            <a:r>
              <a:rPr lang="ru-RU" altLang="ru-RU" dirty="0">
                <a:latin typeface="+mj-lt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40850269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7EA7E3F-AC40-4AA4-979B-F80EF89B43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70978" y="715947"/>
            <a:ext cx="10515600" cy="1325563"/>
          </a:xfrm>
        </p:spPr>
        <p:txBody>
          <a:bodyPr/>
          <a:lstStyle/>
          <a:p>
            <a:r>
              <a:rPr lang="ru-RU" dirty="0"/>
              <a:t>Список функций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2DA08BDB-0778-4C01-9683-593FC808AB5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714524"/>
            <a:ext cx="4355918" cy="4968812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537FFC0-9336-4C99-B3C1-78369E850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18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6D29B15D-151C-4403-9C24-918D44B0CA7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93" y="157453"/>
            <a:ext cx="5230023" cy="656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8595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Заголовок 1">
            <a:extLst>
              <a:ext uri="{FF2B5EF4-FFF2-40B4-BE49-F238E27FC236}">
                <a16:creationId xmlns:a16="http://schemas.microsoft.com/office/drawing/2014/main" id="{DDB83984-150B-6FE3-1BB8-09A97230F8CB}"/>
              </a:ext>
            </a:extLst>
          </p:cNvPr>
          <p:cNvSpPr>
            <a:spLocks noGrp="1"/>
          </p:cNvSpPr>
          <p:nvPr/>
        </p:nvSpPr>
        <p:spPr>
          <a:xfrm>
            <a:off x="499766" y="11752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>
              <a:buNone/>
            </a:pP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Дизассемблер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6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r>
              <a:rPr lang="en-US" sz="36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main</a:t>
            </a:r>
            <a:endParaRPr lang="en-US" sz="36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50EA1F0-360E-890B-F1DB-035802E0ED53}"/>
              </a:ext>
            </a:extLst>
          </p:cNvPr>
          <p:cNvSpPr>
            <a:spLocks noGrp="1"/>
          </p:cNvSpPr>
          <p:nvPr/>
        </p:nvSpPr>
        <p:spPr>
          <a:xfrm>
            <a:off x="8634305" y="62849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93D2B9D-3E5A-4208-B841-6DCB29E9E020}" type="slidenum">
              <a:rPr lang="ru-RU" smtClean="0"/>
              <a:pPr/>
              <a:t>19</a:t>
            </a:fld>
            <a:endParaRPr lang="ru-RU" dirty="0"/>
          </a:p>
        </p:txBody>
      </p:sp>
      <p:sp>
        <p:nvSpPr>
          <p:cNvPr id="38" name="Объект 5">
            <a:extLst>
              <a:ext uri="{FF2B5EF4-FFF2-40B4-BE49-F238E27FC236}">
                <a16:creationId xmlns:a16="http://schemas.microsoft.com/office/drawing/2014/main" id="{3E1DC2BC-DAAE-4D1A-9F8F-B920F0DC0458}"/>
              </a:ext>
            </a:extLst>
          </p:cNvPr>
          <p:cNvSpPr>
            <a:spLocks noGrp="1"/>
          </p:cNvSpPr>
          <p:nvPr/>
        </p:nvSpPr>
        <p:spPr>
          <a:xfrm flipH="1">
            <a:off x="11937624" y="6475632"/>
            <a:ext cx="554394" cy="28026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ru-RU" dirty="0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A66D73-6D7C-44F8-99F2-20F99A5733F7}"/>
              </a:ext>
            </a:extLst>
          </p:cNvPr>
          <p:cNvSpPr txBox="1"/>
          <p:nvPr/>
        </p:nvSpPr>
        <p:spPr>
          <a:xfrm>
            <a:off x="553658" y="1148450"/>
            <a:ext cx="624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pdf —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ассемблерный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код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функции</a:t>
            </a:r>
            <a:endParaRPr lang="en-US" sz="1800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85552AF-82E1-4927-B830-2E73D2379F6F}"/>
              </a:ext>
            </a:extLst>
          </p:cNvPr>
          <p:cNvSpPr txBox="1"/>
          <p:nvPr/>
        </p:nvSpPr>
        <p:spPr>
          <a:xfrm>
            <a:off x="560044" y="1461971"/>
            <a:ext cx="624689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8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r>
              <a:rPr lang="en-US" sz="18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: s fcn.140012490 → pdf</a:t>
            </a:r>
            <a:endParaRPr lang="en-US" sz="18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E008F9B-D915-44C4-A82C-F50C4D985865}"/>
              </a:ext>
            </a:extLst>
          </p:cNvPr>
          <p:cNvSpPr txBox="1"/>
          <p:nvPr/>
        </p:nvSpPr>
        <p:spPr>
          <a:xfrm>
            <a:off x="5767979" y="5763447"/>
            <a:ext cx="51410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Radare2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отображает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адреса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опкоды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мнемоники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x86-64 и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переходов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стрелки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i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слева</a:t>
            </a:r>
            <a:r>
              <a:rPr lang="en-US" sz="1600" i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6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EA3FDFF0-EE53-4F88-AEF7-1682D79FE2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531" y="1889011"/>
            <a:ext cx="4446394" cy="4851467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7B3E8AE-9795-42FA-B933-EFF2DA88E92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0227" y="1333116"/>
            <a:ext cx="5936728" cy="4466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276276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717" y="228601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(CFG)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20</a:t>
            </a:fld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77B84F3-2949-424F-A927-24C9E5333B8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098" y="841076"/>
            <a:ext cx="5314409" cy="5829226"/>
          </a:xfrm>
          <a:prstGeom prst="rect">
            <a:avLst/>
          </a:prstGeom>
        </p:spPr>
      </p:pic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1FCE5F1-59FF-4C5C-B2B6-1CEA2912E82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1135" y="1230846"/>
            <a:ext cx="5598930" cy="5049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501388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55717" y="228601"/>
            <a:ext cx="10515600" cy="64071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Граф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потока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2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управления</a:t>
            </a: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(CFG)</a:t>
            </a:r>
            <a:endParaRPr lang="en-US" sz="24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F237C0C-FAB0-47B1-AB02-A0E18D5E2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21</a:t>
            </a:fld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783C89-3142-49EA-B09E-DB1CF840CB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91200" y="1359376"/>
            <a:ext cx="6180586" cy="492543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B2055FE6-6016-46FA-9E71-81A8351FA8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890" y="1369362"/>
            <a:ext cx="5458691" cy="49232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7136220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42033F-84FB-4F89-B18E-5643526E7E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285" y="0"/>
            <a:ext cx="10515600" cy="1325563"/>
          </a:xfrm>
        </p:spPr>
        <p:txBody>
          <a:bodyPr/>
          <a:lstStyle/>
          <a:p>
            <a:r>
              <a:rPr lang="ru-RU" dirty="0"/>
              <a:t>Функция </a:t>
            </a:r>
            <a:r>
              <a:rPr lang="en-US" dirty="0"/>
              <a:t>main </a:t>
            </a:r>
            <a:r>
              <a:rPr lang="ru-RU" dirty="0"/>
              <a:t>на выходе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835A5C9C-5763-4A28-955F-121A3D21D89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742" y="1178869"/>
            <a:ext cx="8406914" cy="3244459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9D8BB93-A504-4101-8D4D-112C80925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22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10994E1C-EE90-4B31-B1A1-5177754E8F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381" y="4787531"/>
            <a:ext cx="8406914" cy="19339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62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B9A3495-FCF3-47C0-80FD-E40A5FCD4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0007" y="772531"/>
            <a:ext cx="5332788" cy="1361069"/>
          </a:xfrm>
        </p:spPr>
        <p:txBody>
          <a:bodyPr>
            <a:normAutofit/>
          </a:bodyPr>
          <a:lstStyle/>
          <a:p>
            <a:r>
              <a:rPr lang="ru-RU" sz="2800" dirty="0"/>
              <a:t>Функция </a:t>
            </a:r>
            <a:r>
              <a:rPr lang="en-US" sz="2800" dirty="0"/>
              <a:t>main </a:t>
            </a:r>
            <a:r>
              <a:rPr lang="ru-RU" sz="2800" dirty="0"/>
              <a:t>на выходе</a:t>
            </a:r>
          </a:p>
        </p:txBody>
      </p:sp>
      <p:pic>
        <p:nvPicPr>
          <p:cNvPr id="6" name="Объект 5">
            <a:extLst>
              <a:ext uri="{FF2B5EF4-FFF2-40B4-BE49-F238E27FC236}">
                <a16:creationId xmlns:a16="http://schemas.microsoft.com/office/drawing/2014/main" id="{46BE3367-12B7-49A4-A9EE-314BD7ADA38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96361" y="1879342"/>
            <a:ext cx="6057439" cy="4659570"/>
          </a:xfr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7AB60207-FBCC-4647-824F-7824D61F3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23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943459C5-A5CF-46B7-B330-00BECCFB1EE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141" y="57546"/>
            <a:ext cx="4357431" cy="66639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477485CA-87FF-4C07-993B-A7148A7038F5}"/>
              </a:ext>
            </a:extLst>
          </p:cNvPr>
          <p:cNvSpPr txBox="1"/>
          <p:nvPr/>
        </p:nvSpPr>
        <p:spPr>
          <a:xfrm>
            <a:off x="4561060" y="0"/>
            <a:ext cx="199402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800" dirty="0"/>
              <a:t>Код на выходе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48859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34E8CD7-8530-EB22-B79C-B8C461AE30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59586" y="317458"/>
            <a:ext cx="10515600" cy="1325563"/>
          </a:xfrm>
        </p:spPr>
        <p:txBody>
          <a:bodyPr/>
          <a:lstStyle/>
          <a:p>
            <a:r>
              <a:rPr lang="en-US" sz="4400" b="1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5EBD066-D394-4AD3-36BF-2C34FF7BB9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3D2B9D-3E5A-4208-B841-6DCB29E9E020}" type="slidenum">
              <a:rPr lang="ru-RU" smtClean="0"/>
              <a:t>24</a:t>
            </a:fld>
            <a:endParaRPr lang="ru-RU"/>
          </a:p>
        </p:txBody>
      </p:sp>
      <p:sp>
        <p:nvSpPr>
          <p:cNvPr id="8" name="Shape 2">
            <a:extLst>
              <a:ext uri="{FF2B5EF4-FFF2-40B4-BE49-F238E27FC236}">
                <a16:creationId xmlns:a16="http://schemas.microsoft.com/office/drawing/2014/main" id="{C91C5C62-E6A3-4E93-8F1D-B05FFA8C9EAC}"/>
              </a:ext>
            </a:extLst>
          </p:cNvPr>
          <p:cNvSpPr/>
          <p:nvPr/>
        </p:nvSpPr>
        <p:spPr>
          <a:xfrm>
            <a:off x="1333575" y="208637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3">
            <a:extLst>
              <a:ext uri="{FF2B5EF4-FFF2-40B4-BE49-F238E27FC236}">
                <a16:creationId xmlns:a16="http://schemas.microsoft.com/office/drawing/2014/main" id="{A810D7C0-0C8C-4688-8E9B-4C8515B458DF}"/>
              </a:ext>
            </a:extLst>
          </p:cNvPr>
          <p:cNvSpPr/>
          <p:nvPr/>
        </p:nvSpPr>
        <p:spPr>
          <a:xfrm>
            <a:off x="1379295" y="213209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✅</a:t>
            </a:r>
            <a:endParaRPr lang="en-US" sz="1600" dirty="0"/>
          </a:p>
        </p:txBody>
      </p:sp>
      <p:sp>
        <p:nvSpPr>
          <p:cNvPr id="10" name="Text 4">
            <a:extLst>
              <a:ext uri="{FF2B5EF4-FFF2-40B4-BE49-F238E27FC236}">
                <a16:creationId xmlns:a16="http://schemas.microsoft.com/office/drawing/2014/main" id="{4C634E9F-FF88-41ED-8A0E-5BA24851BA4E}"/>
              </a:ext>
            </a:extLst>
          </p:cNvPr>
          <p:cNvSpPr/>
          <p:nvPr/>
        </p:nvSpPr>
        <p:spPr>
          <a:xfrm>
            <a:off x="1927935" y="213209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 + Decai — рабочая связка для AI-анализа бинарного кода</a:t>
            </a:r>
            <a:endParaRPr lang="en-US" sz="1600" dirty="0"/>
          </a:p>
        </p:txBody>
      </p:sp>
      <p:sp>
        <p:nvSpPr>
          <p:cNvPr id="11" name="Shape 5">
            <a:extLst>
              <a:ext uri="{FF2B5EF4-FFF2-40B4-BE49-F238E27FC236}">
                <a16:creationId xmlns:a16="http://schemas.microsoft.com/office/drawing/2014/main" id="{FBECA86B-937D-45B4-A617-40753FEA3BD1}"/>
              </a:ext>
            </a:extLst>
          </p:cNvPr>
          <p:cNvSpPr/>
          <p:nvPr/>
        </p:nvSpPr>
        <p:spPr>
          <a:xfrm>
            <a:off x="5814135" y="208637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2" name="Text 6">
            <a:extLst>
              <a:ext uri="{FF2B5EF4-FFF2-40B4-BE49-F238E27FC236}">
                <a16:creationId xmlns:a16="http://schemas.microsoft.com/office/drawing/2014/main" id="{D1BF3BFB-6657-452E-B1F1-8D40AA95A9C8}"/>
              </a:ext>
            </a:extLst>
          </p:cNvPr>
          <p:cNvSpPr/>
          <p:nvPr/>
        </p:nvSpPr>
        <p:spPr>
          <a:xfrm>
            <a:off x="5859855" y="213209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🤖</a:t>
            </a:r>
            <a:endParaRPr lang="en-US" sz="160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1CD8B8F1-0AD1-4FA4-889E-7F799477DA95}"/>
              </a:ext>
            </a:extLst>
          </p:cNvPr>
          <p:cNvSpPr/>
          <p:nvPr/>
        </p:nvSpPr>
        <p:spPr>
          <a:xfrm>
            <a:off x="6408495" y="213209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позволяет запускать LLM локально — код не покидает машину</a:t>
            </a:r>
            <a:endParaRPr lang="en-US" sz="1600" dirty="0"/>
          </a:p>
        </p:txBody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288BBE7F-F8AF-4818-8C48-59C1BBF864B7}"/>
              </a:ext>
            </a:extLst>
          </p:cNvPr>
          <p:cNvSpPr/>
          <p:nvPr/>
        </p:nvSpPr>
        <p:spPr>
          <a:xfrm>
            <a:off x="1333575" y="327509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A013C423-0B20-4B5F-A262-A1633BDB74EC}"/>
              </a:ext>
            </a:extLst>
          </p:cNvPr>
          <p:cNvSpPr/>
          <p:nvPr/>
        </p:nvSpPr>
        <p:spPr>
          <a:xfrm>
            <a:off x="1379295" y="332081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⚠️</a:t>
            </a:r>
            <a:endParaRPr lang="en-US" sz="1600" dirty="0"/>
          </a:p>
        </p:txBody>
      </p:sp>
      <p:sp>
        <p:nvSpPr>
          <p:cNvPr id="18" name="Text 10">
            <a:extLst>
              <a:ext uri="{FF2B5EF4-FFF2-40B4-BE49-F238E27FC236}">
                <a16:creationId xmlns:a16="http://schemas.microsoft.com/office/drawing/2014/main" id="{5AE1B9D5-F9B6-42D6-BA01-6A4657489DAA}"/>
              </a:ext>
            </a:extLst>
          </p:cNvPr>
          <p:cNvSpPr/>
          <p:nvPr/>
        </p:nvSpPr>
        <p:spPr>
          <a:xfrm>
            <a:off x="1927935" y="332081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Windows есть проблема совместимости (rm), но она решаема</a:t>
            </a:r>
            <a:endParaRPr lang="en-US" sz="1600" dirty="0"/>
          </a:p>
        </p:txBody>
      </p:sp>
      <p:sp>
        <p:nvSpPr>
          <p:cNvPr id="19" name="Shape 11">
            <a:extLst>
              <a:ext uri="{FF2B5EF4-FFF2-40B4-BE49-F238E27FC236}">
                <a16:creationId xmlns:a16="http://schemas.microsoft.com/office/drawing/2014/main" id="{BF27B765-02C0-454D-9760-5FBB3B01364D}"/>
              </a:ext>
            </a:extLst>
          </p:cNvPr>
          <p:cNvSpPr/>
          <p:nvPr/>
        </p:nvSpPr>
        <p:spPr>
          <a:xfrm>
            <a:off x="5814135" y="327509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0" name="Text 12">
            <a:extLst>
              <a:ext uri="{FF2B5EF4-FFF2-40B4-BE49-F238E27FC236}">
                <a16:creationId xmlns:a16="http://schemas.microsoft.com/office/drawing/2014/main" id="{AE729079-93B2-4CFD-8A7A-4ADAADCAAE80}"/>
              </a:ext>
            </a:extLst>
          </p:cNvPr>
          <p:cNvSpPr/>
          <p:nvPr/>
        </p:nvSpPr>
        <p:spPr>
          <a:xfrm>
            <a:off x="5859855" y="332081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🔍</a:t>
            </a:r>
            <a:endParaRPr lang="en-US" sz="1600" dirty="0"/>
          </a:p>
        </p:txBody>
      </p:sp>
      <p:sp>
        <p:nvSpPr>
          <p:cNvPr id="21" name="Text 13">
            <a:extLst>
              <a:ext uri="{FF2B5EF4-FFF2-40B4-BE49-F238E27FC236}">
                <a16:creationId xmlns:a16="http://schemas.microsoft.com/office/drawing/2014/main" id="{F43FDA58-D9F5-4CDE-BBC4-593EA3C61035}"/>
              </a:ext>
            </a:extLst>
          </p:cNvPr>
          <p:cNvSpPr/>
          <p:nvPr/>
        </p:nvSpPr>
        <p:spPr>
          <a:xfrm>
            <a:off x="6408495" y="332081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корректно восстановил структуру функции main из машинного кода</a:t>
            </a:r>
            <a:endParaRPr lang="en-US" sz="1600" dirty="0"/>
          </a:p>
        </p:txBody>
      </p:sp>
      <p:sp>
        <p:nvSpPr>
          <p:cNvPr id="22" name="Shape 14">
            <a:extLst>
              <a:ext uri="{FF2B5EF4-FFF2-40B4-BE49-F238E27FC236}">
                <a16:creationId xmlns:a16="http://schemas.microsoft.com/office/drawing/2014/main" id="{4EC92FF3-6B8F-4A71-8BF6-05B72D23F22D}"/>
              </a:ext>
            </a:extLst>
          </p:cNvPr>
          <p:cNvSpPr/>
          <p:nvPr/>
        </p:nvSpPr>
        <p:spPr>
          <a:xfrm>
            <a:off x="1333575" y="446381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3" name="Text 15">
            <a:extLst>
              <a:ext uri="{FF2B5EF4-FFF2-40B4-BE49-F238E27FC236}">
                <a16:creationId xmlns:a16="http://schemas.microsoft.com/office/drawing/2014/main" id="{2E7B25DC-4627-47F8-827C-691E05F121EF}"/>
              </a:ext>
            </a:extLst>
          </p:cNvPr>
          <p:cNvSpPr/>
          <p:nvPr/>
        </p:nvSpPr>
        <p:spPr>
          <a:xfrm>
            <a:off x="1379295" y="450953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📊</a:t>
            </a:r>
            <a:endParaRPr lang="en-US" sz="1600" dirty="0"/>
          </a:p>
        </p:txBody>
      </p:sp>
      <p:sp>
        <p:nvSpPr>
          <p:cNvPr id="24" name="Text 16">
            <a:extLst>
              <a:ext uri="{FF2B5EF4-FFF2-40B4-BE49-F238E27FC236}">
                <a16:creationId xmlns:a16="http://schemas.microsoft.com/office/drawing/2014/main" id="{542783D1-6BA8-4CDB-888E-8C7CC1098FC0}"/>
              </a:ext>
            </a:extLst>
          </p:cNvPr>
          <p:cNvSpPr/>
          <p:nvPr/>
        </p:nvSpPr>
        <p:spPr>
          <a:xfrm>
            <a:off x="1927935" y="450953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Инструмент уступает IDA Pro по качеству декомпиляции, но бесплатен</a:t>
            </a:r>
            <a:endParaRPr lang="en-US" sz="1600" dirty="0"/>
          </a:p>
        </p:txBody>
      </p:sp>
      <p:sp>
        <p:nvSpPr>
          <p:cNvPr id="25" name="Shape 17">
            <a:extLst>
              <a:ext uri="{FF2B5EF4-FFF2-40B4-BE49-F238E27FC236}">
                <a16:creationId xmlns:a16="http://schemas.microsoft.com/office/drawing/2014/main" id="{7342EC64-D528-4950-8603-C616EB70E8F2}"/>
              </a:ext>
            </a:extLst>
          </p:cNvPr>
          <p:cNvSpPr/>
          <p:nvPr/>
        </p:nvSpPr>
        <p:spPr>
          <a:xfrm>
            <a:off x="5814135" y="4463811"/>
            <a:ext cx="4114800" cy="1005840"/>
          </a:xfrm>
          <a:prstGeom prst="roundRect">
            <a:avLst/>
          </a:prstGeom>
          <a:solidFill>
            <a:srgbClr val="0F3460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26" name="Text 18">
            <a:extLst>
              <a:ext uri="{FF2B5EF4-FFF2-40B4-BE49-F238E27FC236}">
                <a16:creationId xmlns:a16="http://schemas.microsoft.com/office/drawing/2014/main" id="{1A06BFFF-357A-4F1F-A7B9-7184E88397B9}"/>
              </a:ext>
            </a:extLst>
          </p:cNvPr>
          <p:cNvSpPr/>
          <p:nvPr/>
        </p:nvSpPr>
        <p:spPr>
          <a:xfrm>
            <a:off x="5859855" y="4509531"/>
            <a:ext cx="548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000000"/>
                </a:solidFill>
              </a:rPr>
              <a:t>🚀</a:t>
            </a:r>
            <a:endParaRPr lang="en-US" sz="1600" dirty="0"/>
          </a:p>
        </p:txBody>
      </p:sp>
      <p:sp>
        <p:nvSpPr>
          <p:cNvPr id="27" name="Text 19">
            <a:extLst>
              <a:ext uri="{FF2B5EF4-FFF2-40B4-BE49-F238E27FC236}">
                <a16:creationId xmlns:a16="http://schemas.microsoft.com/office/drawing/2014/main" id="{9F85DE40-70D8-4780-9FB2-2E62C4A393BD}"/>
              </a:ext>
            </a:extLst>
          </p:cNvPr>
          <p:cNvSpPr/>
          <p:nvPr/>
        </p:nvSpPr>
        <p:spPr>
          <a:xfrm>
            <a:off x="6408495" y="4509531"/>
            <a:ext cx="3429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0F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Перспективное направление: AI-декомпиляция будет развиваться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81863208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1341120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26720" y="146304"/>
            <a:ext cx="11338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4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Список использованных источников</a:t>
            </a:r>
            <a:endParaRPr lang="en-US" sz="3467" dirty="0"/>
          </a:p>
        </p:txBody>
      </p:sp>
      <p:sp>
        <p:nvSpPr>
          <p:cNvPr id="4" name="Shape 2"/>
          <p:cNvSpPr/>
          <p:nvPr/>
        </p:nvSpPr>
        <p:spPr>
          <a:xfrm>
            <a:off x="365760" y="1463040"/>
            <a:ext cx="11460480" cy="755904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7680" y="152400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914400" y="152400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Radare2 Book — официальная документация</a:t>
            </a:r>
            <a:endParaRPr lang="en-US" sz="1733" dirty="0"/>
          </a:p>
        </p:txBody>
      </p:sp>
      <p:sp>
        <p:nvSpPr>
          <p:cNvPr id="7" name="Text 5"/>
          <p:cNvSpPr/>
          <p:nvPr/>
        </p:nvSpPr>
        <p:spPr>
          <a:xfrm>
            <a:off x="914400" y="186537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book.rada.re</a:t>
            </a:r>
            <a:endParaRPr lang="en-US" sz="1467" dirty="0"/>
          </a:p>
        </p:txBody>
      </p:sp>
      <p:sp>
        <p:nvSpPr>
          <p:cNvPr id="8" name="Shape 6"/>
          <p:cNvSpPr/>
          <p:nvPr/>
        </p:nvSpPr>
        <p:spPr>
          <a:xfrm>
            <a:off x="365760" y="2316480"/>
            <a:ext cx="11460480" cy="755904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7680" y="237744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</a:t>
            </a:r>
            <a:endParaRPr lang="en-US" sz="1867" dirty="0"/>
          </a:p>
        </p:txBody>
      </p:sp>
      <p:sp>
        <p:nvSpPr>
          <p:cNvPr id="10" name="Text 8"/>
          <p:cNvSpPr/>
          <p:nvPr/>
        </p:nvSpPr>
        <p:spPr>
          <a:xfrm>
            <a:off x="914400" y="237744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Репозиторий radare2 на GitHub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914400" y="271881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github.com/radareorg/radare2</a:t>
            </a:r>
            <a:endParaRPr lang="en-US" sz="1467" dirty="0"/>
          </a:p>
        </p:txBody>
      </p:sp>
      <p:sp>
        <p:nvSpPr>
          <p:cNvPr id="12" name="Shape 10"/>
          <p:cNvSpPr/>
          <p:nvPr/>
        </p:nvSpPr>
        <p:spPr>
          <a:xfrm>
            <a:off x="365760" y="3169920"/>
            <a:ext cx="11460480" cy="755904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7680" y="323088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914400" y="323088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Плагин r2ai (Decai)</a:t>
            </a:r>
            <a:endParaRPr lang="en-US" sz="1733" dirty="0"/>
          </a:p>
        </p:txBody>
      </p:sp>
      <p:sp>
        <p:nvSpPr>
          <p:cNvPr id="15" name="Text 13"/>
          <p:cNvSpPr/>
          <p:nvPr/>
        </p:nvSpPr>
        <p:spPr>
          <a:xfrm>
            <a:off x="914400" y="357225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github.com/radareorg/r2ai</a:t>
            </a:r>
            <a:endParaRPr lang="en-US" sz="1467" dirty="0"/>
          </a:p>
        </p:txBody>
      </p:sp>
      <p:sp>
        <p:nvSpPr>
          <p:cNvPr id="16" name="Shape 14"/>
          <p:cNvSpPr/>
          <p:nvPr/>
        </p:nvSpPr>
        <p:spPr>
          <a:xfrm>
            <a:off x="304800" y="4029456"/>
            <a:ext cx="11460480" cy="755904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7680" y="408432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</a:t>
            </a:r>
            <a:endParaRPr lang="en-US" sz="1867" dirty="0"/>
          </a:p>
        </p:txBody>
      </p:sp>
      <p:sp>
        <p:nvSpPr>
          <p:cNvPr id="18" name="Text 16"/>
          <p:cNvSpPr/>
          <p:nvPr/>
        </p:nvSpPr>
        <p:spPr>
          <a:xfrm>
            <a:off x="914400" y="408432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— локальный LLM-сервер</a:t>
            </a:r>
            <a:endParaRPr lang="en-US" sz="1733" dirty="0"/>
          </a:p>
        </p:txBody>
      </p:sp>
      <p:sp>
        <p:nvSpPr>
          <p:cNvPr id="19" name="Text 17"/>
          <p:cNvSpPr/>
          <p:nvPr/>
        </p:nvSpPr>
        <p:spPr>
          <a:xfrm>
            <a:off x="914400" y="442569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ollama.com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365760" y="4876800"/>
            <a:ext cx="11460480" cy="755904"/>
          </a:xfrm>
          <a:prstGeom prst="roundRect">
            <a:avLst/>
          </a:prstGeom>
          <a:solidFill>
            <a:srgbClr val="EAF6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680" y="493776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</a:t>
            </a:r>
            <a:endParaRPr lang="en-US" sz="1867" dirty="0"/>
          </a:p>
        </p:txBody>
      </p:sp>
      <p:sp>
        <p:nvSpPr>
          <p:cNvPr id="22" name="Text 20"/>
          <p:cNvSpPr/>
          <p:nvPr/>
        </p:nvSpPr>
        <p:spPr>
          <a:xfrm>
            <a:off x="914400" y="493776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Модель qwen2.5-coder</a:t>
            </a:r>
            <a:endParaRPr lang="en-US" sz="1733" dirty="0"/>
          </a:p>
        </p:txBody>
      </p:sp>
      <p:sp>
        <p:nvSpPr>
          <p:cNvPr id="23" name="Text 21"/>
          <p:cNvSpPr/>
          <p:nvPr/>
        </p:nvSpPr>
        <p:spPr>
          <a:xfrm>
            <a:off x="914400" y="527913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ollama.com/library/qwen2.5-coder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365760" y="5730240"/>
            <a:ext cx="11460480" cy="755904"/>
          </a:xfrm>
          <a:prstGeom prst="roundRect">
            <a:avLst/>
          </a:prstGeom>
          <a:solidFill>
            <a:srgbClr val="F5F9FF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7680" y="5791200"/>
            <a:ext cx="42672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867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</a:t>
            </a:r>
            <a:endParaRPr lang="en-US" sz="1867" dirty="0"/>
          </a:p>
        </p:txBody>
      </p:sp>
      <p:sp>
        <p:nvSpPr>
          <p:cNvPr id="26" name="Text 24"/>
          <p:cNvSpPr/>
          <p:nvPr/>
        </p:nvSpPr>
        <p:spPr>
          <a:xfrm>
            <a:off x="914400" y="5791200"/>
            <a:ext cx="7924800" cy="3413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733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Учебное пособие «Использование инструментов ИИ для статического анализа кода»</a:t>
            </a:r>
            <a:endParaRPr lang="en-US" sz="1733" dirty="0"/>
          </a:p>
        </p:txBody>
      </p:sp>
      <p:sp>
        <p:nvSpPr>
          <p:cNvPr id="27" name="Text 25"/>
          <p:cNvSpPr/>
          <p:nvPr/>
        </p:nvSpPr>
        <p:spPr>
          <a:xfrm>
            <a:off x="914400" y="6132576"/>
            <a:ext cx="10728960" cy="268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67" i="1" dirty="0">
                <a:solidFill>
                  <a:srgbClr val="006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предоставлено преподавателем</a:t>
            </a:r>
            <a:endParaRPr lang="en-US" sz="1467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Стандартная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1822</TotalTime>
  <Words>1004</Words>
  <Application>Microsoft Office PowerPoint</Application>
  <PresentationFormat>Широкоэкранный</PresentationFormat>
  <Paragraphs>217</Paragraphs>
  <Slides>25</Slides>
  <Notes>3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1" baseType="lpstr">
      <vt:lpstr>Arial</vt:lpstr>
      <vt:lpstr>Arial Black</vt:lpstr>
      <vt:lpstr>Calibri</vt:lpstr>
      <vt:lpstr>Calibri Light</vt:lpstr>
      <vt:lpstr>Courier New</vt:lpstr>
      <vt:lpstr>Тема Office</vt:lpstr>
      <vt:lpstr>Технология реверс-инжиниринга Задание 7 </vt:lpstr>
      <vt:lpstr>Оглавление</vt:lpstr>
      <vt:lpstr>Описание задания</vt:lpstr>
      <vt:lpstr>Radare2 и Decai</vt:lpstr>
      <vt:lpstr>Схема работы Radare2 + Decai + Ollama</vt:lpstr>
      <vt:lpstr>Установка на Windows</vt:lpstr>
      <vt:lpstr>Анализируемая программа</vt:lpstr>
      <vt:lpstr>Презентация PowerPoint</vt:lpstr>
      <vt:lpstr>Презентация PowerPoint</vt:lpstr>
      <vt:lpstr>Граф потока управления (CFG)</vt:lpstr>
      <vt:lpstr>Граф потока управления (CFG)</vt:lpstr>
      <vt:lpstr>Результат AI-декомпиляцииa</vt:lpstr>
      <vt:lpstr>Востоновление из </vt:lpstr>
      <vt:lpstr>Локальный AI-сервер Ollama</vt:lpstr>
      <vt:lpstr>Сравнение с другими инструментами</vt:lpstr>
      <vt:lpstr>Доп задание</vt:lpstr>
      <vt:lpstr>Exe открылся и проанализировался</vt:lpstr>
      <vt:lpstr>Список функций</vt:lpstr>
      <vt:lpstr>Презентация PowerPoint</vt:lpstr>
      <vt:lpstr>Граф потока управления (CFG)</vt:lpstr>
      <vt:lpstr>Граф потока управления (CFG)</vt:lpstr>
      <vt:lpstr>Функция main на выходе</vt:lpstr>
      <vt:lpstr>Функция main на выходе</vt:lpstr>
      <vt:lpstr>Выводы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Print</dc:creator>
  <cp:lastModifiedBy>Igor</cp:lastModifiedBy>
  <cp:revision>261</cp:revision>
  <dcterms:created xsi:type="dcterms:W3CDTF">2021-11-29T10:22:08Z</dcterms:created>
  <dcterms:modified xsi:type="dcterms:W3CDTF">2026-06-09T06:17:04Z</dcterms:modified>
</cp:coreProperties>
</file>