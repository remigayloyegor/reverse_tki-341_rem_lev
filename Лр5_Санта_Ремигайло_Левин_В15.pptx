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473" r:id="rId3"/>
    <p:sldId id="487" r:id="rId4"/>
    <p:sldId id="258" r:id="rId5"/>
    <p:sldId id="483" r:id="rId6"/>
    <p:sldId id="474" r:id="rId7"/>
    <p:sldId id="484" r:id="rId8"/>
    <p:sldId id="486" r:id="rId9"/>
    <p:sldId id="475" r:id="rId10"/>
    <p:sldId id="48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487"/>
            <p14:sldId id="258"/>
            <p14:sldId id="483"/>
            <p14:sldId id="474"/>
            <p14:sldId id="484"/>
            <p14:sldId id="486"/>
            <p14:sldId id="475"/>
            <p14:sldId id="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 autoAdjust="0"/>
    <p:restoredTop sz="94651" autoAdjust="0"/>
  </p:normalViewPr>
  <p:slideViewPr>
    <p:cSldViewPr snapToGrid="0">
      <p:cViewPr varScale="1">
        <p:scale>
          <a:sx n="60" d="100"/>
          <a:sy n="60" d="100"/>
        </p:scale>
        <p:origin x="99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севолод левин" userId="88b003701cfbb3e4" providerId="LiveId" clId="{64C2A9C1-AB72-4524-9EA6-021C97AD3A74}"/>
    <pc:docChg chg="custSel addSld modSld sldOrd modSection">
      <pc:chgData name="всеволод левин" userId="88b003701cfbb3e4" providerId="LiveId" clId="{64C2A9C1-AB72-4524-9EA6-021C97AD3A74}" dt="2026-06-04T09:01:04.846" v="409" actId="20577"/>
      <pc:docMkLst>
        <pc:docMk/>
      </pc:docMkLst>
      <pc:sldChg chg="modSp mod ord">
        <pc:chgData name="всеволод левин" userId="88b003701cfbb3e4" providerId="LiveId" clId="{64C2A9C1-AB72-4524-9EA6-021C97AD3A74}" dt="2026-06-04T07:56:51.563" v="3" actId="20577"/>
        <pc:sldMkLst>
          <pc:docMk/>
          <pc:sldMk cId="2425751174" sldId="258"/>
        </pc:sldMkLst>
        <pc:spChg chg="mod">
          <ac:chgData name="всеволод левин" userId="88b003701cfbb3e4" providerId="LiveId" clId="{64C2A9C1-AB72-4524-9EA6-021C97AD3A74}" dt="2026-06-04T07:56:51.563" v="3" actId="20577"/>
          <ac:spMkLst>
            <pc:docMk/>
            <pc:sldMk cId="2425751174" sldId="258"/>
            <ac:spMk id="13" creationId="{FEF8ED0D-98C7-69FE-15FE-B0877D64F0B7}"/>
          </ac:spMkLst>
        </pc:spChg>
      </pc:sldChg>
      <pc:sldChg chg="modSp mod">
        <pc:chgData name="всеволод левин" userId="88b003701cfbb3e4" providerId="LiveId" clId="{64C2A9C1-AB72-4524-9EA6-021C97AD3A74}" dt="2026-06-04T09:01:04.846" v="409" actId="20577"/>
        <pc:sldMkLst>
          <pc:docMk/>
          <pc:sldMk cId="3562417221" sldId="473"/>
        </pc:sldMkLst>
        <pc:spChg chg="mod">
          <ac:chgData name="всеволод левин" userId="88b003701cfbb3e4" providerId="LiveId" clId="{64C2A9C1-AB72-4524-9EA6-021C97AD3A74}" dt="2026-06-04T09:01:04.846" v="409" actId="20577"/>
          <ac:spMkLst>
            <pc:docMk/>
            <pc:sldMk cId="3562417221" sldId="473"/>
            <ac:spMk id="6" creationId="{41E55595-84E9-4DB6-8E3D-A870531756B2}"/>
          </ac:spMkLst>
        </pc:spChg>
      </pc:sldChg>
      <pc:sldChg chg="addSp modSp mod ord">
        <pc:chgData name="всеволод левин" userId="88b003701cfbb3e4" providerId="LiveId" clId="{64C2A9C1-AB72-4524-9EA6-021C97AD3A74}" dt="2026-06-04T08:42:42.520" v="70" actId="1076"/>
        <pc:sldMkLst>
          <pc:docMk/>
          <pc:sldMk cId="3199916412" sldId="486"/>
        </pc:sldMkLst>
        <pc:spChg chg="mod">
          <ac:chgData name="всеволод левин" userId="88b003701cfbb3e4" providerId="LiveId" clId="{64C2A9C1-AB72-4524-9EA6-021C97AD3A74}" dt="2026-06-04T08:36:28.800" v="37" actId="1076"/>
          <ac:spMkLst>
            <pc:docMk/>
            <pc:sldMk cId="3199916412" sldId="486"/>
            <ac:spMk id="2" creationId="{00000000-0000-0000-0000-000000000000}"/>
          </ac:spMkLst>
        </pc:spChg>
        <pc:spChg chg="add mod">
          <ac:chgData name="всеволод левин" userId="88b003701cfbb3e4" providerId="LiveId" clId="{64C2A9C1-AB72-4524-9EA6-021C97AD3A74}" dt="2026-06-04T08:42:42.520" v="70" actId="1076"/>
          <ac:spMkLst>
            <pc:docMk/>
            <pc:sldMk cId="3199916412" sldId="486"/>
            <ac:spMk id="7" creationId="{069C6F35-64D0-DBBB-BE6D-D7BE6176A502}"/>
          </ac:spMkLst>
        </pc:spChg>
        <pc:picChg chg="mod">
          <ac:chgData name="всеволод левин" userId="88b003701cfbb3e4" providerId="LiveId" clId="{64C2A9C1-AB72-4524-9EA6-021C97AD3A74}" dt="2026-06-04T08:36:12.442" v="34" actId="1076"/>
          <ac:picMkLst>
            <pc:docMk/>
            <pc:sldMk cId="3199916412" sldId="486"/>
            <ac:picMk id="5" creationId="{65F88937-8FE2-385C-D224-E220EDF30636}"/>
          </ac:picMkLst>
        </pc:picChg>
        <pc:picChg chg="add mod">
          <ac:chgData name="всеволод левин" userId="88b003701cfbb3e4" providerId="LiveId" clId="{64C2A9C1-AB72-4524-9EA6-021C97AD3A74}" dt="2026-06-04T08:41:39.314" v="41" actId="1076"/>
          <ac:picMkLst>
            <pc:docMk/>
            <pc:sldMk cId="3199916412" sldId="486"/>
            <ac:picMk id="6" creationId="{E0F58E46-BF3C-8DCD-346F-87AB62392169}"/>
          </ac:picMkLst>
        </pc:picChg>
        <pc:picChg chg="mod">
          <ac:chgData name="всеволод левин" userId="88b003701cfbb3e4" providerId="LiveId" clId="{64C2A9C1-AB72-4524-9EA6-021C97AD3A74}" dt="2026-06-04T08:36:14.202" v="35" actId="1076"/>
          <ac:picMkLst>
            <pc:docMk/>
            <pc:sldMk cId="3199916412" sldId="486"/>
            <ac:picMk id="9" creationId="{F3E2A62E-9CAD-B49E-E882-D4E6758020C2}"/>
          </ac:picMkLst>
        </pc:picChg>
      </pc:sldChg>
      <pc:sldChg chg="addSp modSp new mod">
        <pc:chgData name="всеволод левин" userId="88b003701cfbb3e4" providerId="LiveId" clId="{64C2A9C1-AB72-4524-9EA6-021C97AD3A74}" dt="2026-06-04T09:00:27.461" v="397" actId="20577"/>
        <pc:sldMkLst>
          <pc:docMk/>
          <pc:sldMk cId="793388755" sldId="487"/>
        </pc:sldMkLst>
        <pc:spChg chg="mod">
          <ac:chgData name="всеволод левин" userId="88b003701cfbb3e4" providerId="LiveId" clId="{64C2A9C1-AB72-4524-9EA6-021C97AD3A74}" dt="2026-06-04T09:00:27.461" v="397" actId="20577"/>
          <ac:spMkLst>
            <pc:docMk/>
            <pc:sldMk cId="793388755" sldId="487"/>
            <ac:spMk id="2" creationId="{565FF343-BE15-EE29-DD15-53BBDB8E8678}"/>
          </ac:spMkLst>
        </pc:spChg>
        <pc:spChg chg="add mod">
          <ac:chgData name="всеволод левин" userId="88b003701cfbb3e4" providerId="LiveId" clId="{64C2A9C1-AB72-4524-9EA6-021C97AD3A74}" dt="2026-06-04T09:00:17.127" v="396" actId="20577"/>
          <ac:spMkLst>
            <pc:docMk/>
            <pc:sldMk cId="793388755" sldId="487"/>
            <ac:spMk id="4" creationId="{050AAB09-BBC7-8DE7-6D80-4AE2FBD04A4E}"/>
          </ac:spMkLst>
        </pc:spChg>
      </pc:sldChg>
      <pc:sldChg chg="modSp new mod">
        <pc:chgData name="всеволод левин" userId="88b003701cfbb3e4" providerId="LiveId" clId="{64C2A9C1-AB72-4524-9EA6-021C97AD3A74}" dt="2026-06-04T08:52:53.899" v="177" actId="20577"/>
        <pc:sldMkLst>
          <pc:docMk/>
          <pc:sldMk cId="49730817" sldId="488"/>
        </pc:sldMkLst>
        <pc:spChg chg="mod">
          <ac:chgData name="всеволод левин" userId="88b003701cfbb3e4" providerId="LiveId" clId="{64C2A9C1-AB72-4524-9EA6-021C97AD3A74}" dt="2026-06-04T08:46:40.907" v="78" actId="207"/>
          <ac:spMkLst>
            <pc:docMk/>
            <pc:sldMk cId="49730817" sldId="488"/>
            <ac:spMk id="2" creationId="{E71C08D3-A0C7-5695-B796-EEB0B040AAAA}"/>
          </ac:spMkLst>
        </pc:spChg>
        <pc:spChg chg="mod">
          <ac:chgData name="всеволод левин" userId="88b003701cfbb3e4" providerId="LiveId" clId="{64C2A9C1-AB72-4524-9EA6-021C97AD3A74}" dt="2026-06-04T08:52:53.899" v="177" actId="20577"/>
          <ac:spMkLst>
            <pc:docMk/>
            <pc:sldMk cId="49730817" sldId="488"/>
            <ac:spMk id="3" creationId="{D51B6E14-53E1-6221-AA76-CFF3196D31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8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5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089862"/>
            <a:ext cx="6201296" cy="21239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Левин В.М., и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Ремигайло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Е.В.,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к.т.н.,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д.т.н., Сидоренко Валентина Геннадьевна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912046" y="1336119"/>
            <a:ext cx="882717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 algn="just">
              <a:buAutoNum type="arabicPeriod"/>
            </a:pPr>
            <a:r>
              <a:rPr lang="en-US" sz="2800" dirty="0">
                <a:hlinkClick r:id="rId2" action="ppaction://hlinksldjump"/>
              </a:rPr>
              <a:t>Cutter</a:t>
            </a:r>
            <a:r>
              <a:rPr lang="ru-RU" sz="2800" dirty="0"/>
              <a:t> – 4 </a:t>
            </a:r>
            <a:r>
              <a:rPr lang="ru-RU" sz="2800" dirty="0" err="1"/>
              <a:t>стр</a:t>
            </a:r>
            <a:r>
              <a:rPr lang="ru-RU" sz="2800" dirty="0"/>
              <a:t> </a:t>
            </a:r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3" action="ppaction://hlinksldjump"/>
              </a:rPr>
              <a:t>Продолжение кода- </a:t>
            </a:r>
            <a:r>
              <a:rPr lang="ru-RU" sz="2800" dirty="0"/>
              <a:t>5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4" action="ppaction://hlinksldjump"/>
              </a:rPr>
              <a:t>Дамп</a:t>
            </a:r>
            <a:r>
              <a:rPr lang="ru-RU" sz="2800" dirty="0"/>
              <a:t> – 6 </a:t>
            </a:r>
            <a:r>
              <a:rPr lang="ru-RU" sz="2800" dirty="0" err="1"/>
              <a:t>стр</a:t>
            </a:r>
            <a:endParaRPr lang="en-US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5" action="ppaction://hlinksldjump"/>
              </a:rPr>
              <a:t>Информация</a:t>
            </a:r>
            <a:r>
              <a:rPr lang="ru-RU" sz="2800" dirty="0"/>
              <a:t> – 7 </a:t>
            </a:r>
            <a:r>
              <a:rPr lang="ru-RU" sz="2800" dirty="0" err="1"/>
              <a:t>стр</a:t>
            </a:r>
            <a:endParaRPr lang="en-US" sz="2800" dirty="0"/>
          </a:p>
          <a:p>
            <a:pPr marL="449263" indent="-449263" algn="just">
              <a:buFontTx/>
              <a:buAutoNum type="arabicPeriod"/>
            </a:pPr>
            <a:r>
              <a:rPr lang="ru-RU" sz="2800" dirty="0">
                <a:hlinkClick r:id="rId6" action="ppaction://hlinksldjump"/>
              </a:rPr>
              <a:t>Вывод</a:t>
            </a:r>
            <a:r>
              <a:rPr lang="ru-RU" sz="2800" dirty="0"/>
              <a:t> – 8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FontTx/>
              <a:buAutoNum type="arabicPeriod"/>
            </a:pPr>
            <a:r>
              <a:rPr lang="ru-RU" sz="2800" dirty="0">
                <a:hlinkClick r:id="rId7" action="ppaction://hlinksldjump"/>
              </a:rPr>
              <a:t>Декомпиляция </a:t>
            </a:r>
            <a:r>
              <a:rPr lang="ru-RU" sz="2800" dirty="0"/>
              <a:t>– 9 </a:t>
            </a:r>
            <a:r>
              <a:rPr lang="ru-RU" sz="2800" dirty="0" err="1"/>
              <a:t>стр</a:t>
            </a:r>
            <a:endParaRPr lang="en-US" sz="2800" dirty="0"/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FF343-BE15-EE29-DD15-53BBDB8E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Цель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411166-2F24-7110-8B8D-31CF50B0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AAB09-BBC7-8DE7-6D80-4AE2FBD04A4E}"/>
              </a:ext>
            </a:extLst>
          </p:cNvPr>
          <p:cNvSpPr txBox="1"/>
          <p:nvPr/>
        </p:nvSpPr>
        <p:spPr>
          <a:xfrm>
            <a:off x="754910" y="2009553"/>
            <a:ext cx="88888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Разработать исполняемый файл (консольное приложение Windows .</a:t>
            </a:r>
            <a:r>
              <a:rPr lang="ru-RU" sz="3200" dirty="0" err="1"/>
              <a:t>exe</a:t>
            </a:r>
            <a:r>
              <a:rPr lang="ru-RU" sz="3200" dirty="0"/>
              <a:t>), с использованием уже знакомых инструментов реверс-</a:t>
            </a:r>
            <a:r>
              <a:rPr lang="ru-RU" sz="3200" dirty="0" err="1"/>
              <a:t>инженеренга</a:t>
            </a:r>
            <a:r>
              <a:rPr lang="ru-RU" sz="3200" dirty="0"/>
              <a:t>, восстановить код программы самостоятельно, изучить возможные </a:t>
            </a:r>
            <a:r>
              <a:rPr lang="en-US" sz="3200" dirty="0"/>
              <a:t>“</a:t>
            </a:r>
            <a:r>
              <a:rPr lang="ru-RU" sz="3200" dirty="0"/>
              <a:t>подводные камни</a:t>
            </a:r>
            <a:r>
              <a:rPr lang="en-US" sz="3200" dirty="0"/>
              <a:t>”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93388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873" y="69260"/>
            <a:ext cx="7951870" cy="64071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Cutter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CD2682-F198-7A22-72F7-6740FE4F0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09974"/>
            <a:ext cx="3155127" cy="60115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F8ED0D-98C7-69FE-15FE-B0877D64F0B7}"/>
              </a:ext>
            </a:extLst>
          </p:cNvPr>
          <p:cNvSpPr txBox="1"/>
          <p:nvPr/>
        </p:nvSpPr>
        <p:spPr>
          <a:xfrm>
            <a:off x="4749799" y="1183600"/>
            <a:ext cx="660400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Пользователю выводится сообщение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beginning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:»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после чего вызывается функция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get_value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возвращающая начало отрезка. Значение сохраняется в переменную var_18h.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Далее выводится сообщение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:»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снова вызывается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get_value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а полученное значение сохраняется в var_20h.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этого выводится сообщение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:»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производится ввод шага через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get_value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результат сохраняется в var_28h, а функция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check_det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проверяет корректность введённого шага.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Далее начинается основной цикл. В качестве текущего значения аргумента используется начало отрезка (var_10h), которое на каждой итерации увеличивается на величину шага (var_28h) до достижения конца отрезка (var_20h).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каждой итерации вызывается функция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 Если она возвращает положительный результат, вызывается функция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вычисляющая значение функции в текущей точке. После этого выводится строка вида: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&lt;значение&gt;; y = &lt;значение&gt;</a:t>
            </a:r>
          </a:p>
        </p:txBody>
      </p:sp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52BD54-5760-760A-F597-8AD6CAA771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12" y="497657"/>
            <a:ext cx="2857899" cy="58586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00708E-8F4C-882F-ABEE-9FEE4D4B6CF9}"/>
              </a:ext>
            </a:extLst>
          </p:cNvPr>
          <p:cNvSpPr txBox="1"/>
          <p:nvPr/>
        </p:nvSpPr>
        <p:spPr>
          <a:xfrm>
            <a:off x="2323451" y="6277302"/>
            <a:ext cx="910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gety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91C3272-DF26-2721-13B8-9C85DD8865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911" y="1273391"/>
            <a:ext cx="4463377" cy="43112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1BFE650-FB13-041A-E5E5-A444F6807BB8}"/>
              </a:ext>
            </a:extLst>
          </p:cNvPr>
          <p:cNvSpPr txBox="1"/>
          <p:nvPr/>
        </p:nvSpPr>
        <p:spPr>
          <a:xfrm>
            <a:off x="7774618" y="6277302"/>
            <a:ext cx="16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get_value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2475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4234132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Дамп памяти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Cutter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F21B6-15BD-44EA-B9BE-5DD766B63DB3}"/>
              </a:ext>
            </a:extLst>
          </p:cNvPr>
          <p:cNvSpPr txBox="1"/>
          <p:nvPr/>
        </p:nvSpPr>
        <p:spPr>
          <a:xfrm>
            <a:off x="759125" y="1526875"/>
            <a:ext cx="4839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этом дампе памяти видна карта виртуальных адресов исполняемого файла (от 0x1400</a:t>
            </a:r>
            <a:r>
              <a:rPr lang="en-US" dirty="0"/>
              <a:t>0</a:t>
            </a:r>
            <a:r>
              <a:rPr lang="ru-RU" dirty="0"/>
              <a:t>1</a:t>
            </a:r>
            <a:r>
              <a:rPr lang="en-US" dirty="0"/>
              <a:t>718</a:t>
            </a:r>
            <a:r>
              <a:rPr lang="ru-RU" dirty="0"/>
              <a:t> до 0x14000</a:t>
            </a:r>
            <a:r>
              <a:rPr lang="en-US" dirty="0"/>
              <a:t>1865</a:t>
            </a:r>
            <a:r>
              <a:rPr lang="ru-RU" dirty="0"/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E1CDBF-4106-ABD7-FAD9-70ACD4838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543" y="1227160"/>
            <a:ext cx="6558642" cy="53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8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Информация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118D3-31BB-42C9-9875-D8162D96D6DD}"/>
              </a:ext>
            </a:extLst>
          </p:cNvPr>
          <p:cNvSpPr txBox="1"/>
          <p:nvPr/>
        </p:nvSpPr>
        <p:spPr>
          <a:xfrm>
            <a:off x="7815530" y="1193867"/>
            <a:ext cx="4166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Результаты статического анализа</a:t>
            </a:r>
            <a:r>
              <a:rPr lang="en-US" dirty="0"/>
              <a:t>: 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Средняя энтропия 5.3, что говорит об отсутствии сильной упаковки или шифрования;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Анализатор обнаружил </a:t>
            </a:r>
            <a:r>
              <a:rPr lang="en-US" dirty="0"/>
              <a:t>848</a:t>
            </a:r>
            <a:r>
              <a:rPr lang="ru-RU" dirty="0"/>
              <a:t> строк, </a:t>
            </a:r>
            <a:r>
              <a:rPr lang="en-US" dirty="0"/>
              <a:t>89</a:t>
            </a:r>
            <a:r>
              <a:rPr lang="ru-RU" dirty="0"/>
              <a:t> функций, </a:t>
            </a:r>
            <a:r>
              <a:rPr lang="en-US" dirty="0"/>
              <a:t>401</a:t>
            </a:r>
            <a:r>
              <a:rPr lang="ru-RU" dirty="0"/>
              <a:t> вызовов и </a:t>
            </a:r>
            <a:r>
              <a:rPr lang="en-US" dirty="0"/>
              <a:t>47</a:t>
            </a:r>
            <a:r>
              <a:rPr lang="ru-RU" dirty="0"/>
              <a:t> импортов, дизассемблер смог проанализировать 85%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88F357-C20B-77E5-A0B5-ECD9BA50A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10" y="1302067"/>
            <a:ext cx="75723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81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56359" y="0"/>
            <a:ext cx="5479281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Восстановленный код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F88937-8FE2-385C-D224-E220EDF30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399568"/>
            <a:ext cx="2989629" cy="60588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E2A62E-9CAD-B49E-E882-D4E675802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341" y="1039528"/>
            <a:ext cx="3498129" cy="54993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F58E46-BF3C-8DCD-346F-87AB62392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3004" y="3563675"/>
            <a:ext cx="3882065" cy="1242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9C6F35-64D0-DBBB-BE6D-D7BE6176A502}"/>
              </a:ext>
            </a:extLst>
          </p:cNvPr>
          <p:cNvSpPr txBox="1"/>
          <p:nvPr/>
        </p:nvSpPr>
        <p:spPr>
          <a:xfrm>
            <a:off x="7803004" y="3429000"/>
            <a:ext cx="263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Табулируемая функция:</a:t>
            </a:r>
          </a:p>
        </p:txBody>
      </p:sp>
    </p:spTree>
    <p:extLst>
      <p:ext uri="{BB962C8B-B14F-4D97-AF65-F5344CB8AC3E}">
        <p14:creationId xmlns:p14="http://schemas.microsoft.com/office/powerpoint/2010/main" val="3199916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Результат вывода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6FE5A-69DF-4DF9-BE62-D0417B4D4850}"/>
              </a:ext>
            </a:extLst>
          </p:cNvPr>
          <p:cNvSpPr txBox="1"/>
          <p:nvPr/>
        </p:nvSpPr>
        <p:spPr>
          <a:xfrm>
            <a:off x="7323293" y="5095728"/>
            <a:ext cx="40305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Результаты вывода </a:t>
            </a:r>
            <a:r>
              <a:rPr lang="ru-RU" sz="2800" dirty="0" err="1"/>
              <a:t>декомпилированной</a:t>
            </a:r>
            <a:r>
              <a:rPr lang="ru-RU" sz="2800" dirty="0"/>
              <a:t> программы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705FA-2B22-4A1D-BD5D-6C5622B928FD}"/>
              </a:ext>
            </a:extLst>
          </p:cNvPr>
          <p:cNvSpPr txBox="1"/>
          <p:nvPr/>
        </p:nvSpPr>
        <p:spPr>
          <a:xfrm>
            <a:off x="838200" y="5311173"/>
            <a:ext cx="4344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Результаты вывода программы .</a:t>
            </a:r>
            <a:r>
              <a:rPr lang="en-US" sz="2800" dirty="0"/>
              <a:t>exe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5B9C40-F69D-3C69-6F60-59E00CDFC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62" y="1005840"/>
            <a:ext cx="3280464" cy="41519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D4AD36C-EE4B-21DD-374C-B08C8D537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745" y="1067942"/>
            <a:ext cx="3629364" cy="408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69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1C08D3-A0C7-5695-B796-EEB0B040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1B6E14-53E1-6221-AA76-CFF3196D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В ходе реверс-инжиниринга исполняемого файла с помощью статического анализатора </a:t>
            </a:r>
            <a:r>
              <a:rPr lang="ru-RU" b="1" dirty="0" err="1"/>
              <a:t>Cutter</a:t>
            </a:r>
            <a:r>
              <a:rPr lang="ru-RU" b="1" dirty="0"/>
              <a:t>:</a:t>
            </a:r>
          </a:p>
          <a:p>
            <a:r>
              <a:rPr lang="ru-RU" dirty="0"/>
              <a:t>Определено, что программа не упакована (энтропия 5,3), проанализировано 85% кода, обнаружено 89 функций и 47 импортов.</a:t>
            </a:r>
          </a:p>
          <a:p>
            <a:r>
              <a:rPr lang="ru-RU" dirty="0"/>
              <a:t>Восстановлен основной алгоритм: ввод данных → цикл табуляции → вызов </a:t>
            </a:r>
            <a:r>
              <a:rPr lang="ru-RU" dirty="0" err="1"/>
              <a:t>checkx</a:t>
            </a:r>
            <a:r>
              <a:rPr lang="ru-RU" dirty="0"/>
              <a:t>() и </a:t>
            </a:r>
            <a:r>
              <a:rPr lang="ru-RU" dirty="0" err="1"/>
              <a:t>gety</a:t>
            </a:r>
            <a:r>
              <a:rPr lang="ru-RU" dirty="0"/>
              <a:t>() → вывод отформатированных строк.</a:t>
            </a:r>
          </a:p>
          <a:p>
            <a:r>
              <a:rPr lang="ru-RU" dirty="0"/>
              <a:t>Установлено точное математическое выражение для </a:t>
            </a:r>
            <a:r>
              <a:rPr lang="ru-RU" dirty="0" err="1"/>
              <a:t>gety</a:t>
            </a:r>
            <a:r>
              <a:rPr lang="ru-RU" dirty="0"/>
              <a:t>() – ряд по нечётным степеням </a:t>
            </a:r>
            <a:r>
              <a:rPr lang="ru-RU" dirty="0" err="1"/>
              <a:t>tan</a:t>
            </a:r>
            <a:r>
              <a:rPr lang="ru-RU" dirty="0"/>
              <a:t>(x) с последним вычитаемым -1/3.</a:t>
            </a:r>
          </a:p>
          <a:p>
            <a:pPr marL="0" indent="0">
              <a:buNone/>
            </a:pPr>
            <a:r>
              <a:rPr lang="ru-RU" b="1" dirty="0"/>
              <a:t>Итог: вывод восстановленного кода совпадает с предоставленным файлом </a:t>
            </a:r>
            <a:r>
              <a:rPr lang="en-US" b="1" dirty="0"/>
              <a:t>exe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57370-7FF2-0FD3-4D4C-FDF072A6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30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1840</TotalTime>
  <Words>445</Words>
  <Application>Microsoft Office PowerPoint</Application>
  <PresentationFormat>Широкоэкранный</PresentationFormat>
  <Paragraphs>55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Times New Roman</vt:lpstr>
      <vt:lpstr>Тема Office</vt:lpstr>
      <vt:lpstr>Технология реверс-инжиниринга Задание 5</vt:lpstr>
      <vt:lpstr>Оглавление</vt:lpstr>
      <vt:lpstr>Цель</vt:lpstr>
      <vt:lpstr>Cutter</vt:lpstr>
      <vt:lpstr>Презентация PowerPoint</vt:lpstr>
      <vt:lpstr>Дамп памяти Cutter</vt:lpstr>
      <vt:lpstr>Информация</vt:lpstr>
      <vt:lpstr>Восстановленный код</vt:lpstr>
      <vt:lpstr>Результат вывода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всеволод левин</cp:lastModifiedBy>
  <cp:revision>248</cp:revision>
  <dcterms:created xsi:type="dcterms:W3CDTF">2021-11-29T10:22:08Z</dcterms:created>
  <dcterms:modified xsi:type="dcterms:W3CDTF">2026-06-04T09:01:25Z</dcterms:modified>
</cp:coreProperties>
</file>