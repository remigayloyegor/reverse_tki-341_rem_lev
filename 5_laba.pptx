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473" r:id="rId3"/>
    <p:sldId id="258" r:id="rId4"/>
    <p:sldId id="483" r:id="rId5"/>
    <p:sldId id="474" r:id="rId6"/>
    <p:sldId id="484" r:id="rId7"/>
    <p:sldId id="475" r:id="rId8"/>
    <p:sldId id="486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258"/>
            <p14:sldId id="483"/>
            <p14:sldId id="474"/>
            <p14:sldId id="484"/>
            <p14:sldId id="475"/>
            <p14:sldId id="4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6" autoAdjust="0"/>
    <p:restoredTop sz="94651" autoAdjust="0"/>
  </p:normalViewPr>
  <p:slideViewPr>
    <p:cSldViewPr snapToGrid="0">
      <p:cViewPr>
        <p:scale>
          <a:sx n="100" d="100"/>
          <a:sy n="100" d="100"/>
        </p:scale>
        <p:origin x="1122" y="1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8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A884-6834-43C3-9962-0908708BB63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084-B616-42FD-97D2-132FA2D9D3EC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D01F-863C-4B73-AC54-AFB6F8AF8771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FC5-B553-4F02-B48C-3389B3E31F91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9C083-1D60-4C1E-892A-B512768125D7}" type="datetime1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138-E7BA-4AC9-88EA-6548305A1AE0}" type="datetime1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368-0454-4E3E-B811-65D7920E7A00}" type="datetime1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8E3F-F044-4CF9-8740-67EF25E77444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3761-CBF7-4D01-8375-1A6A2B4DD86F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5A9-4DBA-47B9-8194-FDEF738E4669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1B47-97FD-4EE6-8644-2D0CCBD0ABF0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308FB-D40B-40B6-9438-F3DDDC3FA85B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5411586" cy="1458884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Технология реверс-инжиниринга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5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089862"/>
            <a:ext cx="6201296" cy="21239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Левин Всеволод и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Ремигайло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Егор, ТКИ-341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к.т.н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д.т.н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Сидоренко Валентина Геннадьевна</a:t>
            </a: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912046" y="1336119"/>
            <a:ext cx="882717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 algn="just">
              <a:buAutoNum type="arabicPeriod"/>
            </a:pPr>
            <a:r>
              <a:rPr lang="en-US" sz="2800" dirty="0">
                <a:hlinkClick r:id="rId2" action="ppaction://hlinksldjump"/>
              </a:rPr>
              <a:t>Cutter</a:t>
            </a:r>
            <a:r>
              <a:rPr lang="ru-RU" sz="2800" dirty="0"/>
              <a:t> – 3 </a:t>
            </a:r>
            <a:r>
              <a:rPr lang="ru-RU" sz="2800" dirty="0" err="1"/>
              <a:t>стр</a:t>
            </a:r>
            <a:r>
              <a:rPr lang="ru-RU" sz="2800" dirty="0"/>
              <a:t> </a:t>
            </a:r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3" action="ppaction://hlinksldjump"/>
              </a:rPr>
              <a:t>Продолжение кода- </a:t>
            </a:r>
            <a:r>
              <a:rPr lang="ru-RU" sz="2800" dirty="0"/>
              <a:t>4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4" action="ppaction://hlinksldjump"/>
              </a:rPr>
              <a:t>Дамп</a:t>
            </a:r>
            <a:r>
              <a:rPr lang="ru-RU" sz="2800" dirty="0"/>
              <a:t> – 5 </a:t>
            </a:r>
            <a:r>
              <a:rPr lang="ru-RU" sz="2800" dirty="0" err="1"/>
              <a:t>стр</a:t>
            </a:r>
            <a:endParaRPr lang="en-US" sz="2800" dirty="0"/>
          </a:p>
          <a:p>
            <a:pPr marL="449263" indent="-449263" algn="just">
              <a:buAutoNum type="arabicPeriod"/>
            </a:pPr>
            <a:r>
              <a:rPr lang="ru-RU" sz="2800" dirty="0">
                <a:hlinkClick r:id="rId5" action="ppaction://hlinksldjump"/>
              </a:rPr>
              <a:t>Информация</a:t>
            </a:r>
            <a:r>
              <a:rPr lang="ru-RU" sz="2800" dirty="0"/>
              <a:t> – 6 </a:t>
            </a:r>
            <a:r>
              <a:rPr lang="ru-RU" sz="2800" dirty="0" err="1"/>
              <a:t>стр</a:t>
            </a:r>
            <a:endParaRPr lang="en-US" sz="2800" dirty="0"/>
          </a:p>
          <a:p>
            <a:pPr marL="449263" indent="-449263" algn="just">
              <a:buFontTx/>
              <a:buAutoNum type="arabicPeriod"/>
            </a:pPr>
            <a:r>
              <a:rPr lang="ru-RU" sz="2800" dirty="0">
                <a:hlinkClick r:id="rId6" action="ppaction://hlinksldjump"/>
              </a:rPr>
              <a:t>Вывод</a:t>
            </a:r>
            <a:r>
              <a:rPr lang="ru-RU" sz="2800" dirty="0"/>
              <a:t> – 7 </a:t>
            </a:r>
            <a:r>
              <a:rPr lang="ru-RU" sz="2800" dirty="0" err="1"/>
              <a:t>стр</a:t>
            </a:r>
            <a:endParaRPr lang="ru-RU" sz="2800" dirty="0"/>
          </a:p>
          <a:p>
            <a:pPr marL="449263" indent="-449263" algn="just">
              <a:buFontTx/>
              <a:buAutoNum type="arabicPeriod"/>
            </a:pPr>
            <a:r>
              <a:rPr lang="ru-RU" sz="2800" dirty="0">
                <a:hlinkClick r:id="rId7" action="ppaction://hlinksldjump"/>
              </a:rPr>
              <a:t>Декомпиляция </a:t>
            </a:r>
            <a:r>
              <a:rPr lang="ru-RU" sz="2800" dirty="0"/>
              <a:t>– 8 </a:t>
            </a:r>
            <a:r>
              <a:rPr lang="ru-RU" sz="2800" dirty="0" err="1"/>
              <a:t>стр</a:t>
            </a:r>
            <a:endParaRPr lang="en-US" sz="2800" dirty="0"/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9873" y="69260"/>
            <a:ext cx="7951870" cy="64071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Cutter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CD2682-F198-7A22-72F7-6740FE4F0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09974"/>
            <a:ext cx="3155127" cy="60115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F8ED0D-98C7-69FE-15FE-B0877D64F0B7}"/>
              </a:ext>
            </a:extLst>
          </p:cNvPr>
          <p:cNvSpPr txBox="1"/>
          <p:nvPr/>
        </p:nvSpPr>
        <p:spPr>
          <a:xfrm>
            <a:off x="4749799" y="1183600"/>
            <a:ext cx="660400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Пользователю выводится сообщение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beginning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:»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после чего вызывается функция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get_value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 возвращающая начало отрезка. Значение сохраняется в переменную var_18h.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Далее выводится сообщение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:»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снова вызывается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get_value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 а полученное значение сохраняется в var_20h.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этого выводится сообщение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:»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производится ввод шага через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get_value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 результат сохраняется в var_28h, а функция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check_det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проверяет корректность введённого шага.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Далее начинается основной цикл. В качестве текущего значения аргумента используется начало отрезка (var_10h), которое на каждой итерации увеличивается на величину шага (var_28h) до достижения конца отрезка (var_20h).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каждой итерации вызывается функция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 Если она возвращает положительный результат, вызывается функция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(), вычисляющая значение функции в текущей точке. После этого выводится строка вида:</a:t>
            </a:r>
          </a:p>
          <a:p>
            <a:pPr marL="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&lt;значение&gt;; y = &lt;значение&gt;</a:t>
            </a:r>
          </a:p>
        </p:txBody>
      </p:sp>
    </p:spTree>
    <p:extLst>
      <p:ext uri="{BB962C8B-B14F-4D97-AF65-F5344CB8AC3E}">
        <p14:creationId xmlns:p14="http://schemas.microsoft.com/office/powerpoint/2010/main" val="24257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52BD54-5760-760A-F597-8AD6CAA771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712" y="497657"/>
            <a:ext cx="2857899" cy="58586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00708E-8F4C-882F-ABEE-9FEE4D4B6CF9}"/>
              </a:ext>
            </a:extLst>
          </p:cNvPr>
          <p:cNvSpPr txBox="1"/>
          <p:nvPr/>
        </p:nvSpPr>
        <p:spPr>
          <a:xfrm>
            <a:off x="2323451" y="6277302"/>
            <a:ext cx="910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gety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91C3272-DF26-2721-13B8-9C85DD8865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911" y="1273391"/>
            <a:ext cx="4463377" cy="43112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1BFE650-FB13-041A-E5E5-A444F6807BB8}"/>
              </a:ext>
            </a:extLst>
          </p:cNvPr>
          <p:cNvSpPr txBox="1"/>
          <p:nvPr/>
        </p:nvSpPr>
        <p:spPr>
          <a:xfrm>
            <a:off x="7774618" y="6277302"/>
            <a:ext cx="16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get_value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2475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4234132" cy="80064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Дамп памяти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Cutter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F21B6-15BD-44EA-B9BE-5DD766B63DB3}"/>
              </a:ext>
            </a:extLst>
          </p:cNvPr>
          <p:cNvSpPr txBox="1"/>
          <p:nvPr/>
        </p:nvSpPr>
        <p:spPr>
          <a:xfrm>
            <a:off x="759125" y="1526875"/>
            <a:ext cx="4839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этом дампе памяти видна карта виртуальных адресов исполняемого файла (от 0x1400</a:t>
            </a:r>
            <a:r>
              <a:rPr lang="en-US" dirty="0"/>
              <a:t>0</a:t>
            </a:r>
            <a:r>
              <a:rPr lang="ru-RU" dirty="0"/>
              <a:t>1</a:t>
            </a:r>
            <a:r>
              <a:rPr lang="en-US" dirty="0"/>
              <a:t>718</a:t>
            </a:r>
            <a:r>
              <a:rPr lang="ru-RU" dirty="0"/>
              <a:t> до 0x14000</a:t>
            </a:r>
            <a:r>
              <a:rPr lang="en-US" dirty="0"/>
              <a:t>1865</a:t>
            </a:r>
            <a:r>
              <a:rPr lang="ru-RU" dirty="0"/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E1CDBF-4106-ABD7-FAD9-70ACD4838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543" y="1227160"/>
            <a:ext cx="6558642" cy="53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8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Информация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118D3-31BB-42C9-9875-D8162D96D6DD}"/>
              </a:ext>
            </a:extLst>
          </p:cNvPr>
          <p:cNvSpPr txBox="1"/>
          <p:nvPr/>
        </p:nvSpPr>
        <p:spPr>
          <a:xfrm>
            <a:off x="7815530" y="1193867"/>
            <a:ext cx="4166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Результаты статического анализа</a:t>
            </a:r>
            <a:r>
              <a:rPr lang="en-US" dirty="0"/>
              <a:t>: 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Средняя энтропия 5.3, что говорит об отсутствии сильной упаковки или шифрования;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Анализатор обнаружил </a:t>
            </a:r>
            <a:r>
              <a:rPr lang="en-US" dirty="0"/>
              <a:t>848</a:t>
            </a:r>
            <a:r>
              <a:rPr lang="ru-RU" dirty="0"/>
              <a:t> строк, </a:t>
            </a:r>
            <a:r>
              <a:rPr lang="en-US" dirty="0"/>
              <a:t>89</a:t>
            </a:r>
            <a:r>
              <a:rPr lang="ru-RU" dirty="0"/>
              <a:t> функций, </a:t>
            </a:r>
            <a:r>
              <a:rPr lang="en-US" dirty="0"/>
              <a:t>401</a:t>
            </a:r>
            <a:r>
              <a:rPr lang="ru-RU" dirty="0"/>
              <a:t> вызовов и </a:t>
            </a:r>
            <a:r>
              <a:rPr lang="en-US" dirty="0"/>
              <a:t>47</a:t>
            </a:r>
            <a:r>
              <a:rPr lang="ru-RU" dirty="0"/>
              <a:t> импортов, дизассемблер смог проанализировать 85%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88F357-C20B-77E5-A0B5-ECD9BA50A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10" y="1302067"/>
            <a:ext cx="75723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81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Результат вывода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6FE5A-69DF-4DF9-BE62-D0417B4D4850}"/>
              </a:ext>
            </a:extLst>
          </p:cNvPr>
          <p:cNvSpPr txBox="1"/>
          <p:nvPr/>
        </p:nvSpPr>
        <p:spPr>
          <a:xfrm>
            <a:off x="7323293" y="5095728"/>
            <a:ext cx="40305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Результаты вывода </a:t>
            </a:r>
            <a:r>
              <a:rPr lang="ru-RU" sz="2800" dirty="0" err="1"/>
              <a:t>декомпилированной</a:t>
            </a:r>
            <a:r>
              <a:rPr lang="ru-RU" sz="2800" dirty="0"/>
              <a:t> программы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705FA-2B22-4A1D-BD5D-6C5622B928FD}"/>
              </a:ext>
            </a:extLst>
          </p:cNvPr>
          <p:cNvSpPr txBox="1"/>
          <p:nvPr/>
        </p:nvSpPr>
        <p:spPr>
          <a:xfrm>
            <a:off x="838200" y="5311173"/>
            <a:ext cx="4344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Результаты вывода программы .</a:t>
            </a:r>
            <a:r>
              <a:rPr lang="en-US" sz="2800" dirty="0"/>
              <a:t>exe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5B9C40-F69D-3C69-6F60-59E00CDFC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62" y="1005840"/>
            <a:ext cx="3280464" cy="41519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D4AD36C-EE4B-21DD-374C-B08C8D537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745" y="1067942"/>
            <a:ext cx="3629364" cy="408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69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228600"/>
            <a:ext cx="3682041" cy="640714"/>
          </a:xfrm>
        </p:spPr>
        <p:txBody>
          <a:bodyPr>
            <a:normAutofit fontScale="90000"/>
          </a:bodyPr>
          <a:lstStyle/>
          <a:p>
            <a:r>
              <a:rPr lang="ru-RU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Декомпилированный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код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F88937-8FE2-385C-D224-E220EDF30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021" y="662611"/>
            <a:ext cx="2989629" cy="60588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E2A62E-9CAD-B49E-E882-D4E675802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354" y="656930"/>
            <a:ext cx="3857625" cy="606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16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1767</TotalTime>
  <Words>317</Words>
  <Application>Microsoft Office PowerPoint</Application>
  <PresentationFormat>Широкоэкранный</PresentationFormat>
  <Paragraphs>44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Times New Roman</vt:lpstr>
      <vt:lpstr>Тема Office</vt:lpstr>
      <vt:lpstr>Технология реверс-инжиниринга Задание 5</vt:lpstr>
      <vt:lpstr>Оглавление</vt:lpstr>
      <vt:lpstr>Cutter</vt:lpstr>
      <vt:lpstr>Презентация PowerPoint</vt:lpstr>
      <vt:lpstr>Дамп памяти Cutter</vt:lpstr>
      <vt:lpstr>Информация</vt:lpstr>
      <vt:lpstr>Результат вывода</vt:lpstr>
      <vt:lpstr>Декомпилированный код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Андрей Лазарев</cp:lastModifiedBy>
  <cp:revision>247</cp:revision>
  <dcterms:created xsi:type="dcterms:W3CDTF">2021-11-29T10:22:08Z</dcterms:created>
  <dcterms:modified xsi:type="dcterms:W3CDTF">2026-06-04T06:02:14Z</dcterms:modified>
</cp:coreProperties>
</file>